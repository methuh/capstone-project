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African Festivals &amp; Ceremonies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Cultural Identity, Spirituality, and Social Unity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African Festivals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Festivals and ceremonies are central to African societies.</a:t>
            </a:r>
          </a:p>
          <a:p>
            <a:pPr lvl="1"/>
            <a:r>
              <a:t>They mark spiritual, agricultural, political, and social events.</a:t>
            </a:r>
          </a:p>
          <a:p>
            <a:pPr lvl="1"/>
            <a:r>
              <a:t>They preserve history, values, and identity.</a:t>
            </a:r>
          </a:p>
          <a:p>
            <a:pPr lvl="1"/>
            <a:r>
              <a:t>They strengthen community bonds.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Spiritual &amp; Religious Ceremonies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Libation and ancestor veneration rituals.</a:t>
            </a:r>
          </a:p>
          <a:p>
            <a:pPr lvl="1"/>
            <a:r>
              <a:t>Initiation rites into adulthood.</a:t>
            </a:r>
          </a:p>
          <a:p>
            <a:pPr lvl="1"/>
            <a:r>
              <a:t>Healing and purification ceremonies.</a:t>
            </a:r>
          </a:p>
          <a:p>
            <a:pPr lvl="1"/>
            <a:r>
              <a:t>Connection between the living, ancestors, and the divine.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Harvest Festivals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Celebrate agricultural abundance and gratitude.</a:t>
            </a:r>
          </a:p>
          <a:p>
            <a:pPr lvl="1"/>
            <a:r>
              <a:t>Example: New Yam Festival (West Africa).</a:t>
            </a:r>
          </a:p>
          <a:p>
            <a:pPr lvl="1"/>
            <a:r>
              <a:t>Umkhosi Wokweshwama (Zulu First Fruits Ceremony).</a:t>
            </a:r>
          </a:p>
          <a:p>
            <a:pPr lvl="1"/>
            <a:r>
              <a:t>Community feasting, music, and dance.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Initiation Ceremonies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 transition from childhood to adulthood.</a:t>
            </a:r>
          </a:p>
          <a:p>
            <a:pPr lvl="1"/>
            <a:r>
              <a:t>Teach responsibility, morality, and cultural values.</a:t>
            </a:r>
          </a:p>
          <a:p>
            <a:pPr lvl="1"/>
            <a:r>
              <a:t>Examples: Maasai Eunoto, Xhosa Ulwaluko.</a:t>
            </a:r>
          </a:p>
          <a:p>
            <a:pPr lvl="1"/>
            <a:r>
              <a:t>Strengthen generational continuity.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Royal &amp; Political Ceremonies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Coronations and kingship rituals.</a:t>
            </a:r>
          </a:p>
          <a:p>
            <a:pPr lvl="1"/>
            <a:r>
              <a:t>Durbar Festival (Northern Nigeria).</a:t>
            </a:r>
          </a:p>
          <a:p>
            <a:pPr lvl="1"/>
            <a:r>
              <a:t>Ashanti Adae Festival (Ghana).</a:t>
            </a:r>
          </a:p>
          <a:p>
            <a:pPr lvl="1"/>
            <a:r>
              <a:t>Affirm leadership, unity, and heritage.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Music, Dance &amp; Oral Tradition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Drumming communicates spiritual and social messages.</a:t>
            </a:r>
          </a:p>
          <a:p>
            <a:pPr lvl="1"/>
            <a:r>
              <a:t>Dance expresses identity and history.</a:t>
            </a:r>
          </a:p>
          <a:p>
            <a:pPr lvl="1"/>
            <a:r>
              <a:t>Praise poetry and storytelling preserve memory.</a:t>
            </a:r>
          </a:p>
          <a:p>
            <a:pPr lvl="1"/>
            <a:r>
              <a:t>Performance as living archive.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Importance of Festivals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Promote unity and reconciliation.</a:t>
            </a:r>
          </a:p>
          <a:p>
            <a:pPr lvl="1"/>
            <a:r>
              <a:t>Encourage economic activity and tourism.</a:t>
            </a:r>
          </a:p>
          <a:p>
            <a:pPr lvl="1"/>
            <a:r>
              <a:t>Transmit cultural knowledge to youth.</a:t>
            </a:r>
          </a:p>
          <a:p>
            <a:pPr lvl="1"/>
            <a:r>
              <a:t>Strengthen communal identity.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Festivals in Modern Africa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Blend of tradition and modern celebration.</a:t>
            </a:r>
          </a:p>
          <a:p>
            <a:pPr lvl="1"/>
            <a:r>
              <a:t>Diaspora participation and global recognition.</a:t>
            </a:r>
          </a:p>
          <a:p>
            <a:pPr lvl="1"/>
            <a:r>
              <a:t>Cultural revival and preservation efforts.</a:t>
            </a:r>
          </a:p>
          <a:p>
            <a:pPr lvl="1"/>
            <a:r>
              <a:t>Platform for African pride and sovereignty.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African festivals are more than celebrations.</a:t>
            </a:r>
          </a:p>
          <a:p>
            <a:pPr lvl="1"/>
            <a:r>
              <a:t>They are institutions of spirituality and governance.</a:t>
            </a:r>
          </a:p>
          <a:p>
            <a:pPr lvl="1"/>
            <a:r>
              <a:t>They sustain identity across generations.</a:t>
            </a:r>
          </a:p>
          <a:p>
            <a:pPr lvl="1"/>
            <a:r>
              <a:t>They remain vital to Africa’s cultural future.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