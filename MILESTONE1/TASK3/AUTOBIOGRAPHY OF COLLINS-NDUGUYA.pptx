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60" r:id="rId5"/>
  </p:sldMasterIdLst>
  <p:sldIdLst>
    <p:sldId id="256" r:id="rId6"/>
    <p:sldId id="257" r:id="rId7"/>
    <p:sldId id="259" r:id="rId8"/>
    <p:sldId id="260" r:id="rId9"/>
    <p:sldId id="258" r:id="rId10"/>
    <p:sldId id="261" r:id="rId11"/>
    <p:sldId id="263" r:id="rId12"/>
    <p:sldId id="264" r:id="rId13"/>
    <p:sldId id="265" r:id="rId14"/>
    <p:sldId id="262" r:id="rId15"/>
    <p:sldId id="266" r:id="rId16"/>
    <p:sldId id="268" r:id="rId17"/>
    <p:sldId id="269" r:id="rId18"/>
    <p:sldId id="270" r:id="rId19"/>
    <p:sldId id="271" r:id="rId20"/>
    <p:sldId id="272" r:id="rId21"/>
    <p:sldId id="267" r:id="rId22"/>
    <p:sldId id="273" r:id="rId23"/>
    <p:sldId id="277" r:id="rId24"/>
    <p:sldId id="276" r:id="rId25"/>
    <p:sldId id="275" r:id="rId26"/>
    <p:sldId id="274" r:id="rId27"/>
    <p:sldId id="278" r:id="rId28"/>
    <p:sldId id="280" r:id="rId29"/>
    <p:sldId id="281" r:id="rId30"/>
    <p:sldId id="282" r:id="rId31"/>
    <p:sldId id="279" r:id="rId32"/>
  </p:sldIdLst>
  <p:sldSz cx="12192000" cy="6858000"/>
  <p:notesSz cx="6858000" cy="12192000"/>
  <p:defaultTextStyle>
    <a:lvl1pPr marL="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53648700" val="1224" rev64="64" revOS="3"/>
      <pr:smFileRevision xmlns:pr="smNativeData" xmlns="smNativeData" dt="1753648700" val="101"/>
      <pr:guideOptions xmlns:pr="smNativeData" xmlns="smNativeData" dt="1753648700" snapToGrid="1"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Objects="1" showGuides="1">
      <p:cViewPr varScale="1">
        <p:scale>
          <a:sx n="59" d="100"/>
          <a:sy n="59" d="100"/>
        </p:scale>
        <p:origin x="1694" y="212"/>
      </p:cViewPr>
      <p:guideLst x="0" y="0">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snapToObjects="1" showGuides="1">
      <p:cViewPr>
        <p:scale>
          <a:sx n="59" d="100"/>
          <a:sy n="59" d="100"/>
        </p:scale>
        <p:origin x="1694" y="212"/>
      </p:cViewPr>
    </p:cSldViewPr>
  </p:notesViewPr>
  <p:gridSpacing cx="73477120" cy="7347712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cSld name="Title slide">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AUAABoNAABgRQAAJhYAABAAAAAmAAAACAAAAAGAAAAAAAAA"/>
              </a:ext>
            </a:extLst>
          </p:cNvSpPr>
          <p:nvPr>
            <p:ph type="ctrTitle"/>
          </p:nvPr>
        </p:nvSpPr>
        <p:spPr>
          <a:xfrm>
            <a:off x="914400" y="2129790"/>
            <a:ext cx="10363200" cy="1470660"/>
          </a:xfrm>
        </p:spPr>
        <p:txBody>
          <a:bodyPr/>
          <a:lstStyle>
            <a:lvl1pPr algn="ctr"/>
          </a:lstStyle>
          <a:p>
            <a:pPr/>
            <a:r>
              <a:t>Click to edit Master title style</a:t>
            </a:r>
          </a:p>
        </p:txBody>
      </p:sp>
      <p:sp>
        <p:nvSpPr>
          <p:cNvPr id="3" name="SlideSub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LIAs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QAsAAOgXAADAPwAAsCIAABAAAAAmAAAACAAAAAGAAAAAAAAA"/>
              </a:ext>
            </a:extLst>
          </p:cNvSpPr>
          <p:nvPr>
            <p:ph type="subTitle" idx="1"/>
          </p:nvPr>
        </p:nvSpPr>
        <p:spPr>
          <a:xfrm>
            <a:off x="1828800" y="3886200"/>
            <a:ext cx="85344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a:r>
              <a:t>Click to edit Master subtitle style</a:t>
            </a:r>
          </a:p>
        </p:txBody>
      </p:sp>
      <p:sp>
        <p:nvSpPr>
          <p:cNvPr id="4"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LIAs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418F4AAC-E2AC-DABC-E237-14E904791441}" type="datetime1">
              <a:t/>
            </a:fld>
          </a:p>
        </p:txBody>
      </p:sp>
      <p:sp>
        <p:nvSpPr>
          <p:cNvPr id="5"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k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
            </a:r>
          </a:p>
        </p:txBody>
      </p:sp>
      <p:sp>
        <p:nvSpPr>
          <p:cNvPr id="6"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33820EF8-B6DE-D7F8-903A-40AD40746615}" type="slidenum">
              <a:t/>
            </a:fld>
          </a:p>
        </p:txBody>
      </p:sp>
    </p:spTree>
  </p:cSld>
  <p:clrMapOvr>
    <a:masterClrMapping/>
  </p:clrMapOvr>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Title and conten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c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Q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BAAAAAmAAAACAAAAACAAAAAAAAA"/>
              </a:ext>
            </a:extLst>
          </p:cNvSpPr>
          <p:nvPr>
            <p:ph idx="1"/>
          </p:nvPr>
        </p:nvSpPr>
        <p:spPr/>
        <p:txBody>
          <a:bodyPr/>
          <a:lstStyle>
            <a:lvl1pPr>
              <a:buClr>
                <a:schemeClr val="hlink"/>
              </a:buClr>
              <a:buFont typeface="Wingdings" pitchFamily="2" charset="2"/>
              <a:buChar char=""/>
            </a:lvl1pPr>
            <a:lvl3pPr>
              <a:buFont typeface="Wingdings" pitchFamily="2" charset="2"/>
            </a:lvl3pPr>
            <a:lvl5pPr>
              <a:buFont typeface="Wingdings" pitchFamily="2" charset="2"/>
            </a:lvl5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4"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c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59174CBB-F5B4-42BA-FAAF-03EF02E10C56}" type="datetime1">
              <a:t/>
            </a:fld>
          </a:p>
        </p:txBody>
      </p:sp>
      <p:sp>
        <p:nvSpPr>
          <p:cNvPr id="5"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LIAs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
            </a:r>
          </a:p>
        </p:txBody>
      </p:sp>
      <p:sp>
        <p:nvSpPr>
          <p:cNvPr id="6"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ICB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6504A40B-4588-5152-C6BC-B307EAF230E6}" type="slidenum">
              <a:t/>
            </a:fld>
          </a:p>
        </p:txBody>
      </p:sp>
    </p:spTree>
  </p:cSld>
  <p:clrMapOvr>
    <a:masterClrMapping/>
  </p:clrMapOvr>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secHead">
  <p:cSld name="Section header">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M0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BwbAACtRQAAfSMAABAAAAAmAAAACAAAAIGAAAAAAAAA"/>
              </a:ext>
            </a:extLst>
          </p:cNvSpPr>
          <p:nvPr>
            <p:ph type="title"/>
          </p:nvPr>
        </p:nvSpPr>
        <p:spPr>
          <a:xfrm>
            <a:off x="963295" y="4406900"/>
            <a:ext cx="10363200" cy="1362075"/>
          </a:xfrm>
        </p:spPr>
        <p:txBody>
          <a:bodyPr vert="horz" wrap="square" numCol="1" spcCol="215900" anchor="t">
            <a:prstTxWarp prst="textNoShape">
              <a:avLst/>
            </a:prstTxWarp>
          </a:bodyPr>
          <a:lstStyle>
            <a:lvl1pPr algn="l">
              <a:defRPr sz="4000" b="1" cap="all"/>
            </a:lvl1pPr>
          </a:lstStyle>
          <a:p>
            <a:pPr/>
            <a:r>
              <a:t>Click to edit Master title style</a:t>
            </a:r>
          </a:p>
        </p:txBody>
      </p:sp>
      <p:sp>
        <p:nvSpPr>
          <p:cNvPr id="3" name="SlideText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N/4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OERAACtRQAAHBsAABAAAAAmAAAACAAAAIGAAAAAAAAA"/>
              </a:ext>
            </a:extLst>
          </p:cNvSpPr>
          <p:nvPr>
            <p:ph idx="1"/>
          </p:nvPr>
        </p:nvSpPr>
        <p:spPr>
          <a:xfrm>
            <a:off x="963295" y="2906395"/>
            <a:ext cx="10363200" cy="1500505"/>
          </a:xfrm>
        </p:spPr>
        <p:txBody>
          <a:bodyPr vert="horz" wrap="square" numCol="1" spcCol="215900" anchor="b">
            <a:prstTxWarp prst="textNoShape">
              <a:avLst/>
            </a:prstTxWarp>
          </a:bodyPr>
          <a:lstStyle>
            <a:lvl1pPr marL="0" indent="0">
              <a:buNone/>
              <a:defRPr sz="2000" cap="none"/>
            </a:lvl1pPr>
            <a:lvl2pPr marL="457200" indent="0">
              <a:buNone/>
              <a:defRPr sz="1800" cap="none"/>
            </a:lvl2pPr>
            <a:lvl3pPr marL="914400" indent="0">
              <a:buNone/>
              <a:defRPr sz="1600" cap="none"/>
            </a:lvl3pPr>
            <a:lvl4pPr marL="1371600" indent="0">
              <a:buNone/>
              <a:defRPr sz="1400" cap="none"/>
            </a:lvl4pPr>
            <a:lvl5pPr marL="1828800" indent="0">
              <a:buNone/>
              <a:defRPr sz="1400" cap="none"/>
            </a:lvl5pPr>
            <a:lvl6pPr marL="2286000" indent="0">
              <a:buNone/>
              <a:defRPr sz="1400" cap="none"/>
            </a:lvl6pPr>
            <a:lvl7pPr marL="2743200" indent="0">
              <a:buNone/>
              <a:defRPr sz="1400" cap="none"/>
            </a:lvl7pPr>
            <a:lvl8pPr marL="3200400" indent="0">
              <a:buNone/>
              <a:defRPr sz="1400" cap="none"/>
            </a:lvl8pPr>
            <a:lvl9pPr marL="3657600" indent="0">
              <a:buNone/>
              <a:defRPr sz="1400" cap="none"/>
            </a:lvl9pPr>
          </a:lstStyle>
          <a:p>
            <a:pPr/>
            <a:r>
              <a:t>Click to edit Master text styles</a:t>
            </a:r>
          </a:p>
        </p:txBody>
      </p:sp>
      <p:sp>
        <p:nvSpPr>
          <p:cNvPr id="4"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ICA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2C738D75-3BC1-267B-8FCB-CD2EC3857998}" type="datetime1">
              <a:t/>
            </a:fld>
          </a:p>
        </p:txBody>
      </p:sp>
      <p:sp>
        <p:nvSpPr>
          <p:cNvPr id="5"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E0Z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
            </a:r>
          </a:p>
        </p:txBody>
      </p:sp>
      <p:sp>
        <p:nvSpPr>
          <p:cNvPr id="6"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Js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2997EFCF-81C4-C219-8A2F-774CA1617C22}" type="slidenum">
              <a:t/>
            </a:fld>
          </a:p>
        </p:txBody>
      </p:sp>
    </p:spTree>
  </p:cSld>
  <p:clrMapOvr>
    <a:masterClrMapping/>
  </p:clrMapOvr>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ColTx">
  <p:cSld name="Title and two contents">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0x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2"/>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DgJAAAsCUAABAAAAAmAAAACAAAAAGAAAAAAAAA"/>
              </a:ext>
            </a:extLst>
          </p:cNvSpPr>
          <p:nvPr>
            <p:ph idx="1"/>
          </p:nvPr>
        </p:nvSpPr>
        <p:spPr>
          <a:xfrm>
            <a:off x="609600" y="1600200"/>
            <a:ext cx="5384800" cy="4526280"/>
          </a:xfrm>
        </p:spPr>
        <p:txBody>
          <a:bodyPr/>
          <a:lstStyle>
            <a:lvl1pPr>
              <a:buClr>
                <a:schemeClr val="hlink"/>
              </a:buClr>
              <a:buFont typeface="Wingdings" pitchFamily="2" charset="2"/>
              <a:buChar char=""/>
              <a:defRPr sz="2800" cap="none"/>
            </a:lvl1pPr>
            <a:lvl2pPr>
              <a:defRPr sz="2400" cap="none"/>
            </a:lvl2pPr>
            <a:lvl3pPr>
              <a:buClr>
                <a:schemeClr val="hlink"/>
              </a:buClr>
              <a:buFont typeface="Wingdings" pitchFamily="2" charset="2"/>
              <a:buChar char=""/>
              <a:defRPr sz="2000" cap="none"/>
            </a:lvl3pPr>
            <a:lvl4pPr>
              <a:defRPr sz="1800" cap="none"/>
            </a:lvl4pPr>
            <a:lvl5pPr>
              <a:buClr>
                <a:schemeClr val="hlink"/>
              </a:buClr>
              <a:buFont typeface="Wingdings" pitchFamily="2" charset="2"/>
              <a:buChar char=""/>
              <a:defRPr sz="1800" cap="none"/>
            </a:lvl5pPr>
            <a:lvl6pPr>
              <a:defRPr sz="1800" cap="none"/>
            </a:lvl6pPr>
            <a:lvl7pPr>
              <a:defRPr sz="1800" cap="none"/>
            </a:lvl7pPr>
            <a:lvl8pPr>
              <a:defRPr sz="1800" cap="none"/>
            </a:lvl8pPr>
            <a:lvl9pPr>
              <a:defRPr sz="1800" cap="none"/>
            </a:lvl9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4"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GMz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ICYAANgJAABARwAAsCUAABAAAAAmAAAACAAAAAGAAAAAAAAA"/>
              </a:ext>
            </a:extLst>
          </p:cNvSpPr>
          <p:nvPr>
            <p:ph idx="2"/>
          </p:nvPr>
        </p:nvSpPr>
        <p:spPr>
          <a:xfrm>
            <a:off x="6197600" y="1600200"/>
            <a:ext cx="5384800" cy="4526280"/>
          </a:xfrm>
        </p:spPr>
        <p:txBody>
          <a:bodyPr/>
          <a:lstStyle>
            <a:lvl1pPr>
              <a:buClr>
                <a:schemeClr val="hlink"/>
              </a:buClr>
              <a:buFont typeface="Wingdings" pitchFamily="2" charset="2"/>
              <a:buChar char=""/>
              <a:defRPr sz="2800" cap="none"/>
            </a:lvl1pPr>
            <a:lvl2pPr>
              <a:defRPr sz="2400" cap="none"/>
            </a:lvl2pPr>
            <a:lvl3pPr>
              <a:buClr>
                <a:schemeClr val="hlink"/>
              </a:buClr>
              <a:buFont typeface="Wingdings" pitchFamily="2" charset="2"/>
              <a:buChar char=""/>
              <a:defRPr sz="2000" cap="none"/>
            </a:lvl3pPr>
            <a:lvl4pPr>
              <a:defRPr sz="1800" cap="none"/>
            </a:lvl4pPr>
            <a:lvl5pPr>
              <a:buClr>
                <a:schemeClr val="hlink"/>
              </a:buClr>
              <a:buFont typeface="Wingdings" pitchFamily="2" charset="2"/>
              <a:buChar char=""/>
              <a:defRPr sz="1800" cap="none"/>
            </a:lvl5pPr>
            <a:lvl6pPr>
              <a:defRPr sz="1800" cap="none"/>
            </a:lvl6pPr>
            <a:lvl7pPr>
              <a:defRPr sz="1800" cap="none"/>
            </a:lvl7pPr>
            <a:lvl8pPr>
              <a:defRPr sz="1800" cap="none"/>
            </a:lvl8pPr>
            <a:lvl9pPr>
              <a:defRPr sz="1800" cap="none"/>
            </a:lvl9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5"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G4M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4A61D9F7-B9A7-342F-E9D9-4F7A97971F1A}" type="datetime1">
              <a:t>{Date/Time}</a:t>
            </a:fld>
          </a:p>
        </p:txBody>
      </p:sp>
      <p:sp>
        <p:nvSpPr>
          <p:cNvPr id="6"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IU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{Footer}</a:t>
            </a:r>
          </a:p>
        </p:txBody>
      </p:sp>
      <p:sp>
        <p:nvSpPr>
          <p:cNvPr id="7"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ox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49913875-3BA4-C4CE-EA29-CD9B76671C98}" type="slidenum">
              <a:t>{Nr.}</a:t>
            </a:fld>
          </a:p>
        </p:txBody>
      </p:sp>
    </p:spTree>
  </p:cSld>
  <p:clrMapOvr>
    <a:masterClrMapping/>
  </p:clrMapOvr>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TxTwoObj">
  <p:cSld name="Comparis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MX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3"/>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G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HEJAADiJAAAYQ0AABAAAAAmAAAACAAAAIGAAAAAAAAA"/>
              </a:ext>
            </a:extLst>
          </p:cNvSpPr>
          <p:nvPr>
            <p:ph idx="1"/>
          </p:nvPr>
        </p:nvSpPr>
        <p:spPr>
          <a:xfrm>
            <a:off x="609600" y="1534795"/>
            <a:ext cx="5386070"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4"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Gg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GENAADiJAAAsCUAABAAAAAmAAAACAAAAAGAAAAAAAAA"/>
              </a:ext>
            </a:extLst>
          </p:cNvSpPr>
          <p:nvPr>
            <p:ph idx="2"/>
          </p:nvPr>
        </p:nvSpPr>
        <p:spPr>
          <a:xfrm>
            <a:off x="609600" y="2174875"/>
            <a:ext cx="5386070" cy="3951605"/>
          </a:xfrm>
        </p:spPr>
        <p:txBody>
          <a:bodyPr/>
          <a:lstStyle>
            <a:lvl1pPr>
              <a:buClr>
                <a:schemeClr val="hlink"/>
              </a:buClr>
              <a:buFont typeface="Wingdings" pitchFamily="2" charset="2"/>
              <a:buChar char=""/>
              <a:defRPr sz="2400" cap="none"/>
            </a:lvl1pPr>
            <a:lvl2pPr>
              <a:defRPr sz="2000" cap="none"/>
            </a:lvl2pPr>
            <a:lvl3pPr>
              <a:buClr>
                <a:schemeClr val="hlink"/>
              </a:buClr>
              <a:buFont typeface="Wingdings" pitchFamily="2" charset="2"/>
              <a:buChar char=""/>
              <a:defRPr sz="1800" cap="none"/>
            </a:lvl3pPr>
            <a:lvl4pPr>
              <a:defRPr sz="1600" cap="none"/>
            </a:lvl4pPr>
            <a:lvl5pPr>
              <a:buClr>
                <a:schemeClr val="hlink"/>
              </a:buClr>
              <a:buFont typeface="Wingdings" pitchFamily="2" charset="2"/>
              <a:buChar char=""/>
              <a:defRPr sz="1600" cap="none"/>
            </a:lvl5pPr>
            <a:lvl6pPr>
              <a:defRPr sz="1600" cap="none"/>
            </a:lvl6pPr>
            <a:lvl7pPr>
              <a:defRPr sz="1600" cap="none"/>
            </a:lvl7pPr>
            <a:lvl8pPr>
              <a:defRPr sz="1600" cap="none"/>
            </a:lvl8pPr>
            <a:lvl9pPr>
              <a:defRPr sz="1600" cap="none"/>
            </a:lvl9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5" name="SlideText2"/>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Fs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HSYAAHEJAABARwAAYQ0AABAAAAAmAAAACAAAAIGAAAAAAAAA"/>
              </a:ext>
            </a:extLst>
          </p:cNvSpPr>
          <p:nvPr>
            <p:ph idx="3"/>
          </p:nvPr>
        </p:nvSpPr>
        <p:spPr>
          <a:xfrm>
            <a:off x="6195695" y="1534795"/>
            <a:ext cx="5386705"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6" name="SlideText4"/>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YCA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HSYAAGENAABARwAAsCUAABAAAAAmAAAACAAAAAGAAAAAAAAA"/>
              </a:ext>
            </a:extLst>
          </p:cNvSpPr>
          <p:nvPr>
            <p:ph idx="4"/>
          </p:nvPr>
        </p:nvSpPr>
        <p:spPr>
          <a:xfrm>
            <a:off x="6195695" y="2174875"/>
            <a:ext cx="5386705" cy="3951605"/>
          </a:xfrm>
        </p:spPr>
        <p:txBody>
          <a:bodyPr/>
          <a:lstStyle>
            <a:lvl1pPr>
              <a:buClr>
                <a:schemeClr val="hlink"/>
              </a:buClr>
              <a:buFont typeface="Wingdings" pitchFamily="2" charset="2"/>
              <a:buChar char=""/>
              <a:defRPr sz="2400" cap="none"/>
            </a:lvl1pPr>
            <a:lvl2pPr>
              <a:defRPr sz="2000" cap="none"/>
            </a:lvl2pPr>
            <a:lvl3pPr>
              <a:buClr>
                <a:schemeClr val="hlink"/>
              </a:buClr>
              <a:buFont typeface="Wingdings" pitchFamily="2" charset="2"/>
              <a:buChar char=""/>
              <a:defRPr sz="1800" cap="none"/>
            </a:lvl3pPr>
            <a:lvl4pPr>
              <a:defRPr sz="1600" cap="none"/>
            </a:lvl4pPr>
            <a:lvl5pPr>
              <a:buClr>
                <a:schemeClr val="hlink"/>
              </a:buClr>
              <a:buFont typeface="Wingdings" pitchFamily="2" charset="2"/>
              <a:buChar char=""/>
              <a:defRPr sz="1600" cap="none"/>
            </a:lvl5pPr>
            <a:lvl6pPr>
              <a:defRPr sz="1600" cap="none"/>
            </a:lvl6pPr>
            <a:lvl7pPr>
              <a:defRPr sz="1600" cap="none"/>
            </a:lvl7pPr>
            <a:lvl8pPr>
              <a:defRPr sz="1600" cap="none"/>
            </a:lvl8pPr>
            <a:lvl9pPr>
              <a:defRPr sz="1600" cap="none"/>
            </a:lvl9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7"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Jc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097A780D-43E4-2F8E-AAC2-B5DB368C5CE0}" type="datetime1">
              <a:t>{Date/Time}</a:t>
            </a:fld>
          </a:p>
        </p:txBody>
      </p:sp>
      <p:sp>
        <p:nvSpPr>
          <p:cNvPr id="8"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cX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{Footer}</a:t>
            </a:r>
          </a:p>
        </p:txBody>
      </p:sp>
      <p:sp>
        <p:nvSpPr>
          <p:cNvPr id="9"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408EF004-4AAD-DB06-E336-BC53BE7815E9}" type="slidenum">
              <a:t>{Nr.}</a:t>
            </a:fld>
          </a:p>
        </p:txBody>
      </p:sp>
    </p:spTree>
  </p:cSld>
  <p:clrMapOvr>
    <a:masterClrMapping/>
  </p:clrMapOvr>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cSld name="Title only">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F42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03A5400C-42EE-F0B6-A01D-B4E30E5356E1}" type="datetime1">
              <a:t>{Date/Time}</a:t>
            </a:fld>
          </a:p>
        </p:txBody>
      </p:sp>
      <p:sp>
        <p:nvSpPr>
          <p:cNvPr id="4"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ICA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{Footer}</a:t>
            </a:r>
          </a:p>
        </p:txBody>
      </p:sp>
      <p:sp>
        <p:nvSpPr>
          <p:cNvPr id="5"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I4n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27664EFF-B1CA-33B8-84DE-47ED00907212}" type="slidenum">
              <a:t>{Nr.}</a:t>
            </a:fld>
          </a:p>
        </p:txBody>
      </p:sp>
    </p:spTree>
  </p:cSld>
  <p:clrMapOvr>
    <a:masterClrMapping/>
  </p:clrMapOvr>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Blank">
    <p:spTree>
      <p:nvGrpSpPr>
        <p:cNvPr id="1" name=""/>
        <p:cNvGrpSpPr/>
        <p:nvPr/>
      </p:nvGrpSpPr>
      <p:grpSpPr>
        <a:xfrm>
          <a:off x="0" y="0"/>
          <a:ext cx="0" cy="0"/>
          <a:chOff x="0" y="0"/>
          <a:chExt cx="0" cy="0"/>
        </a:xfrm>
      </p:grpSpPr>
      <p:sp>
        <p:nvSpPr>
          <p:cNvPr id="2"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Eo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4217A22E-60AF-4254-E1AF-9601ECE117C3}" type="datetime1">
              <a:t>{Date/Time}</a:t>
            </a:fld>
          </a:p>
        </p:txBody>
      </p:sp>
      <p:sp>
        <p:nvSpPr>
          <p:cNvPr id="3"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ND///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{Footer}</a:t>
            </a:r>
          </a:p>
        </p:txBody>
      </p:sp>
      <p:sp>
        <p:nvSpPr>
          <p:cNvPr id="4"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8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5F810001-4FB2-D4F6-FC39-B9A34E770AEC}" type="slidenum">
              <a:t>{Nr.}</a:t>
            </a:fld>
          </a:p>
        </p:txBody>
      </p:sp>
    </p:spTree>
  </p:cSld>
  <p:clrMapOvr>
    <a:masterClrMapping/>
  </p:clrMapOvr>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Tx">
  <p:cSld name="Content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K4BAABtHAAA1AgAABAAAAAmAAAACAAAAIGAAAAAAAAA"/>
              </a:ext>
            </a:extLst>
          </p:cNvSpPr>
          <p:nvPr>
            <p:ph type="title"/>
          </p:nvPr>
        </p:nvSpPr>
        <p:spPr>
          <a:xfrm>
            <a:off x="609600" y="273050"/>
            <a:ext cx="4011295" cy="116205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MI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Uh0AAK4BAABARwAAsCUAABAAAAAmAAAACAAAAAGAAAAAAAAA"/>
              </a:ext>
            </a:extLst>
          </p:cNvSpPr>
          <p:nvPr>
            <p:ph idx="1"/>
          </p:nvPr>
        </p:nvSpPr>
        <p:spPr>
          <a:xfrm>
            <a:off x="4766310" y="273050"/>
            <a:ext cx="6816090" cy="5853430"/>
          </a:xfrm>
        </p:spPr>
        <p:txBody>
          <a:bodyPr/>
          <a:lstStyle>
            <a:lvl1pPr>
              <a:buClr>
                <a:schemeClr val="hlink"/>
              </a:buClr>
              <a:buFont typeface="Wingdings" pitchFamily="2" charset="2"/>
              <a:buChar char=""/>
              <a:defRPr sz="3200" cap="none"/>
            </a:lvl1pPr>
            <a:lvl2pPr>
              <a:defRPr sz="2800" cap="none"/>
            </a:lvl2pPr>
            <a:lvl3pPr>
              <a:buClr>
                <a:schemeClr val="hlink"/>
              </a:buClr>
              <a:buFont typeface="Wingdings" pitchFamily="2" charset="2"/>
              <a:buChar char=""/>
              <a:defRPr sz="2400" cap="none"/>
            </a:lvl3pPr>
            <a:lvl4pPr>
              <a:defRPr sz="2000" cap="none"/>
            </a:lvl4pPr>
            <a:lvl5pPr>
              <a:buClr>
                <a:schemeClr val="hlink"/>
              </a:buClr>
              <a:buFont typeface="Wingdings" pitchFamily="2" charset="2"/>
              <a:buChar char=""/>
              <a:defRPr sz="2000" cap="none"/>
            </a:lvl5pPr>
            <a:lvl6pPr>
              <a:defRPr sz="2000" cap="none"/>
            </a:lvl6pPr>
            <a:lvl7pPr>
              <a:defRPr sz="2000" cap="none"/>
            </a:lvl7pPr>
            <a:lvl8pPr>
              <a:defRPr sz="2000" cap="none"/>
            </a:lvl8pPr>
            <a:lvl9pPr>
              <a:defRPr sz="2000" cap="none"/>
            </a:lvl9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4"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EIO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QIAABtHAAAsCUAABAAAAAmAAAACAAAAAGAAAAAAAAA"/>
              </a:ext>
            </a:extLst>
          </p:cNvSpPr>
          <p:nvPr>
            <p:ph idx="2"/>
          </p:nvPr>
        </p:nvSpPr>
        <p:spPr>
          <a:xfrm>
            <a:off x="609600" y="1435100"/>
            <a:ext cx="4011295" cy="46913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4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04BE5B9D-D3E9-EBAD-A706-25F815485170}" type="datetime1">
              <a:t/>
            </a:fld>
          </a:p>
        </p:txBody>
      </p:sp>
      <p:sp>
        <p:nvSpPr>
          <p:cNvPr id="6"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8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
            </a:r>
          </a:p>
        </p:txBody>
      </p:sp>
      <p:sp>
        <p:nvSpPr>
          <p:cNvPr id="7"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cq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53AA37DD-93BE-FFC1-F012-6594795C0630}" type="slidenum">
              <a:t/>
            </a:fld>
          </a:p>
        </p:txBody>
      </p:sp>
    </p:spTree>
  </p:cSld>
  <p:clrMapOvr>
    <a:masterClrMapping/>
  </p:clrMapOvr>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picTx">
  <p:cSld name="Picture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8An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sg4AAIgdAACyOwAABCEAABAAAAAmAAAACAAAAIGAAAAAAAAA"/>
              </a:ext>
            </a:extLst>
          </p:cNvSpPr>
          <p:nvPr>
            <p:ph type="title"/>
          </p:nvPr>
        </p:nvSpPr>
        <p:spPr>
          <a:xfrm>
            <a:off x="2388870" y="4800600"/>
            <a:ext cx="7315200" cy="56642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Fs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sg4AAMYDAACyOwAAFh0AABAAAAAmAAAACAAAAAGAAAAAAAAA"/>
              </a:ext>
            </a:extLst>
          </p:cNvSpPr>
          <p:nvPr>
            <p:ph idx="1"/>
          </p:nvPr>
        </p:nvSpPr>
        <p:spPr>
          <a:xfrm>
            <a:off x="2388870" y="613410"/>
            <a:ext cx="7315200" cy="4114800"/>
          </a:xfrm>
        </p:spPr>
        <p:txBody>
          <a:bodyPr/>
          <a:lstStyle>
            <a:lvl1pPr marL="0" indent="0">
              <a:buNone/>
              <a:defRPr sz="3200" cap="none"/>
            </a:lvl1pPr>
            <a:lvl2pPr marL="457200" indent="0">
              <a:buNone/>
              <a:defRPr sz="2800" cap="none"/>
            </a:lvl2pPr>
            <a:lvl3pPr marL="914400" indent="0">
              <a:buNone/>
              <a:defRPr sz="2400" cap="none"/>
            </a:lvl3pPr>
            <a:lvl4pPr marL="1371600" indent="0">
              <a:buNone/>
              <a:defRPr sz="2000" cap="none"/>
            </a:lvl4pPr>
            <a:lvl5pPr marL="1828800" indent="0">
              <a:buNone/>
              <a:defRPr sz="2000" cap="none"/>
            </a:lvl5pPr>
            <a:lvl6pPr marL="2286000" indent="0">
              <a:buNone/>
              <a:defRPr sz="2000" cap="none"/>
            </a:lvl6pPr>
            <a:lvl7pPr marL="2743200" indent="0">
              <a:buNone/>
              <a:defRPr sz="2000" cap="none"/>
            </a:lvl7pPr>
            <a:lvl8pPr marL="3200400" indent="0">
              <a:buNone/>
              <a:defRPr sz="2000" cap="none"/>
            </a:lvl8pPr>
            <a:lvl9pPr marL="3657600" indent="0">
              <a:buNone/>
              <a:defRPr sz="2000" cap="none"/>
            </a:lvl9pPr>
          </a:lstStyle>
          <a:p>
            <a:pPr/>
            <a:r>
              <a:t>Click to edit Master text styles</a:t>
            </a:r>
          </a:p>
        </p:txBody>
      </p:sp>
      <p:sp>
        <p:nvSpPr>
          <p:cNvPr id="4"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w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sg4AAAQhAACyOwAA+CUAABAAAAAmAAAACAAAAAGAAAAAAAAA"/>
              </a:ext>
            </a:extLst>
          </p:cNvSpPr>
          <p:nvPr>
            <p:ph idx="2"/>
          </p:nvPr>
        </p:nvSpPr>
        <p:spPr>
          <a:xfrm>
            <a:off x="2388870" y="5367020"/>
            <a:ext cx="7315200" cy="8051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EU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07015E35-7BEA-54A8-A4B9-8DFD10F752D8}" type="datetime1">
              <a:t>{Date/Time}</a:t>
            </a:fld>
          </a:p>
        </p:txBody>
      </p:sp>
      <p:sp>
        <p:nvSpPr>
          <p:cNvPr id="6"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Do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{Footer}</a:t>
            </a:r>
          </a:p>
        </p:txBody>
      </p:sp>
      <p:sp>
        <p:nvSpPr>
          <p:cNvPr id="7"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g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127ED77B-35FF-2B21-B1C6-C37499884796}" type="slidenum">
              <a:t>{Nr.}</a:t>
            </a:fld>
          </a:p>
        </p:txBody>
      </p:sp>
    </p:spTree>
  </p:cSld>
  <p:clrMapOvr>
    <a:masterClrMapping/>
  </p:clrMapOvr>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x">
  <p:cSld name="Title and vertical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IY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PI6GaBMAAAAlAAAAZAAAAA8BAAAAkAAAAEgAAACQAAAASAAAAAAAAAAAAAAAAQ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kl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BAAAAAmAAAACAAAAAKAAAAAAAAA"/>
              </a:ext>
            </a:extLst>
          </p:cNvSpPr>
          <p:nvPr>
            <p:ph idx="1"/>
          </p:nvPr>
        </p:nvSpPr>
        <p:spPr/>
        <p:txBody>
          <a:bodyPr vert="vert" wrap="square" numCol="1" spcCol="215900" anchor="t">
            <a:prstTxWarp prst="textNoShape">
              <a:avLst/>
            </a:prstTxWarp>
          </a:bodyPr>
          <a:lstStyle>
            <a:lvl1pPr>
              <a:buClr>
                <a:schemeClr val="hlink"/>
              </a:buClr>
              <a:buFont typeface="Wingdings" pitchFamily="2" charset="2"/>
              <a:buChar char=""/>
            </a:lvl1pPr>
            <a:lvl3pPr>
              <a:buFont typeface="Wingdings" pitchFamily="2" charset="2"/>
            </a:lvl3pPr>
            <a:lvl5pPr>
              <a:buFont typeface="Wingdings" pitchFamily="2" charset="2"/>
            </a:lvl5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4"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Eo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1EE8F43F-71F3-BD02-BD50-8757BA1E4BD2}" type="datetime1">
              <a:t>{Date/Time}</a:t>
            </a:fld>
          </a:p>
        </p:txBody>
      </p:sp>
      <p:sp>
        <p:nvSpPr>
          <p:cNvPr id="5"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O0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{Footer}</a:t>
            </a:r>
          </a:p>
        </p:txBody>
      </p:sp>
      <p:sp>
        <p:nvSpPr>
          <p:cNvPr id="6"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Jc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751D81AE-E098-4877-D6A5-1622CFEB2043}" type="slidenum">
              <a:t>{Nr.}</a:t>
            </a:fld>
          </a:p>
        </p:txBody>
      </p:sp>
    </p:spTree>
  </p:cSld>
  <p:clrMapOvr>
    <a:masterClrMapping/>
  </p:clrMapOvr>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itleAndTx">
  <p:cSld name="Vertical title and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CAAAAAQ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Mc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YDYAALABAABARwAAsCUAABAAAAAmAAAACAAAAIMAAAAAAAAA"/>
              </a:ext>
            </a:extLst>
          </p:cNvSpPr>
          <p:nvPr>
            <p:ph type="title"/>
          </p:nvPr>
        </p:nvSpPr>
        <p:spPr>
          <a:xfrm>
            <a:off x="8839200" y="274320"/>
            <a:ext cx="2743200" cy="5852160"/>
          </a:xfrm>
        </p:spPr>
        <p:txBody>
          <a:bodyPr vert="vert" wrap="square" numCol="1" spcCol="215900" anchor="b">
            <a:prstTxWarp prst="textNoShape">
              <a:avLst/>
            </a:prstTxWarp>
          </a:bodyPr>
          <a:lstStyle/>
          <a:p>
            <a:pPr/>
            <a:r>
              <a:t>Click to edit Master title style</a:t>
            </a:r>
          </a:p>
        </p:txBody>
      </p:sp>
      <p:sp>
        <p:nvSpPr>
          <p:cNvPr id="3" name="SlideText1"/>
          <p:cNvSpPr>
            <a:spLocks noGrp="1" noChangeArrowheads="1"/>
            <a:extLst>
              <a:ext uri="smNativeData">
                <pr:smNativeData xmlns:pr="smNativeData" xmlns="smNativeData" val="SMDATA_15_PI6GaBMAAAAlAAAAZAAAAA8BAAAAkAAAAEgAAACQAAAASAAAAAAAAAAAAAAAAQ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I4n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AgNQAAsCUAABAAAAAmAAAACAAAAAOAAAAAAAAA"/>
              </a:ext>
            </a:extLst>
          </p:cNvSpPr>
          <p:nvPr>
            <p:ph idx="1"/>
          </p:nvPr>
        </p:nvSpPr>
        <p:spPr>
          <a:xfrm>
            <a:off x="609600" y="274320"/>
            <a:ext cx="8026400" cy="5852160"/>
          </a:xfrm>
        </p:spPr>
        <p:txBody>
          <a:bodyPr vert="vert" wrap="square" numCol="1" spcCol="215900" anchor="t">
            <a:prstTxWarp prst="textNoShape">
              <a:avLst/>
            </a:prstTxWarp>
          </a:bodyPr>
          <a:lstStyle>
            <a:lvl1pPr>
              <a:buClr>
                <a:schemeClr val="hlink"/>
              </a:buClr>
              <a:buFont typeface="Wingdings" pitchFamily="2" charset="2"/>
              <a:buChar char=""/>
            </a:lvl1pPr>
            <a:lvl3pPr>
              <a:buFont typeface="Wingdings" pitchFamily="2" charset="2"/>
            </a:lvl3pPr>
            <a:lvl5pPr>
              <a:buFont typeface="Wingdings" pitchFamily="2" charset="2"/>
            </a:lvl5pPr>
          </a:lstStyle>
          <a:p>
            <a:pPr>
              <a:buClr>
                <a:schemeClr val="hlink"/>
              </a:buClr>
              <a:buFont typeface="Wingdings" pitchFamily="2" charset="2"/>
              <a:buChar char=""/>
            </a:pPr>
            <a:r>
              <a:t>Click to edit Master text styles</a:t>
            </a:r>
          </a:p>
          <a:p>
            <a:pPr lvl="1"/>
            <a:r>
              <a:t>Second level</a:t>
            </a:r>
          </a:p>
          <a:p>
            <a:pPr lvl="2">
              <a:buClr>
                <a:schemeClr val="hlink"/>
              </a:buClr>
              <a:buFont typeface="Wingdings" pitchFamily="2" charset="2"/>
              <a:buChar char=""/>
            </a:pPr>
            <a:r>
              <a:t>Third level</a:t>
            </a:r>
          </a:p>
          <a:p>
            <a:pPr lvl="3"/>
            <a:r>
              <a:t>Fourth level</a:t>
            </a:r>
          </a:p>
          <a:p>
            <a:pPr lvl="4">
              <a:buClr>
                <a:schemeClr val="hlink"/>
              </a:buClr>
              <a:buFont typeface="Wingdings" pitchFamily="2" charset="2"/>
              <a:buChar char=""/>
            </a:pPr>
            <a:r>
              <a:t>Fifth level</a:t>
            </a:r>
          </a:p>
        </p:txBody>
      </p:sp>
      <p:sp>
        <p:nvSpPr>
          <p:cNvPr id="4"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M0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AAAAAAAAAAA"/>
              </a:ext>
            </a:extLst>
          </p:cNvSpPr>
          <p:nvPr>
            <p:ph type="dt" sz="quarter" idx="10"/>
          </p:nvPr>
        </p:nvSpPr>
        <p:spPr/>
        <p:txBody>
          <a:bodyPr/>
          <a:lstStyle/>
          <a:p>
            <a:pPr/>
            <a:fld id="{46B5BB82-CCAB-E04D-E50D-3A18F543136F}" type="datetime1">
              <a:t>{Date/Time}</a:t>
            </a:fld>
          </a:p>
        </p:txBody>
      </p:sp>
      <p:sp>
        <p:nvSpPr>
          <p:cNvPr id="5"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Gg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AAAAAAAAAAA"/>
              </a:ext>
            </a:extLst>
          </p:cNvSpPr>
          <p:nvPr>
            <p:ph type="ftr" sz="quarter" idx="11"/>
          </p:nvPr>
        </p:nvSpPr>
        <p:spPr/>
        <p:txBody>
          <a:bodyPr/>
          <a:lstStyle/>
          <a:p>
            <a:pPr/>
            <a:r>
              <a:t>{Footer}</a:t>
            </a:r>
          </a:p>
        </p:txBody>
      </p:sp>
      <p:sp>
        <p:nvSpPr>
          <p:cNvPr id="6"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MX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AAAAAAAAAAA"/>
              </a:ext>
            </a:extLst>
          </p:cNvSpPr>
          <p:nvPr>
            <p:ph type="sldNum" sz="quarter" idx="12"/>
          </p:nvPr>
        </p:nvSpPr>
        <p:spPr/>
        <p:txBody>
          <a:bodyPr/>
          <a:lstStyle/>
          <a:p>
            <a:pPr/>
            <a:fld id="{6ECB02F5-BB83-9EF4-CD73-4DA14C3D3B18}" type="slidenum">
              <a:t>{Nr.}</a:t>
            </a:fld>
          </a:p>
        </p:txBody>
      </p:sp>
    </p:spTree>
  </p:cSld>
  <p:clrMapOvr>
    <a:masterClrMapping/>
  </p:clrMapOvr>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name="City">
    <p:bg>
      <p:bgPr>
        <a:gradFill flip="none" rotWithShape="0">
          <a:gsLst>
            <a:gs pos="0">
              <a:schemeClr val="bg2"/>
            </a:gs>
            <a:gs pos="100000">
              <a:schemeClr val="accent2"/>
            </a:gs>
          </a:gsLst>
          <a:lin ang="16200000" scaled="0"/>
          <a:tileRect/>
        </a:gradFill>
        <a:effectLst/>
      </p:bgPr>
    </p:bg>
    <p:spTree>
      <p:nvGrpSpPr>
        <p:cNvPr id="1" name=""/>
        <p:cNvGrpSpPr/>
        <p:nvPr/>
      </p:nvGrpSpPr>
      <p:grpSpPr>
        <a:xfrm>
          <a:off x="0" y="0"/>
          <a:ext cx="0" cy="0"/>
          <a:chOff x="0" y="0"/>
          <a:chExt cx="0" cy="0"/>
        </a:xfrm>
      </p:grpSpPr>
      <p:grpSp>
        <p:nvGrpSpPr>
          <p:cNvPr id="2" name="Group2"/>
          <p:cNvGrpSpPr>
            <a:extLst>
              <a:ext uri="smNativeData">
                <pr:smNativeData xmlns:pr="smNativeData" xmlns="smNativeData" val="SMDATA_6_PI6GaBMAAAAlAAAAAQAAAA8BAAAAkAAAAEgAAACQAAAASAAAAAAAAAAAAAAAAAAAABcAAAAUAAAAAAAAAAAAAAD/fwAA/38AAAAAAAAJAAAABAAAAJAAAAAfAAAAVAAAAAAAAAAAAAAAAAAAAAAAAAAAAAAAAAAAAAAAAAAAAAAAAAAAAAAAAAAAAAAAAAAAAAAAAAAAAAAAAAAAAAAAAAAAAAAAAAAAAAAAAAAAAAAAAAAAACEAAAAYAAAAFAAAAAAAAACwIgAAzigAADAqAAAQAAAAJgAAAAgAAAD/////AAAAAA=="/>
              </a:ext>
            </a:extLst>
          </p:cNvGrpSpPr>
          <p:nvPr/>
        </p:nvGrpSpPr>
        <p:grpSpPr>
          <a:xfrm>
            <a:off x="0" y="5638800"/>
            <a:ext cx="6633210" cy="1219200"/>
            <a:chOff x="0" y="5638800"/>
            <a:chExt cx="6633210" cy="1219200"/>
          </a:xfrm>
        </p:grpSpPr>
        <p:sp>
          <p:nvSpPr>
            <p:cNvPr id="34" name="Rectangle44"/>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AAAAALAiAAC5AgAAMCoAAAAAAAAmAAAACAAAAP//////////"/>
                </a:ext>
              </a:extLst>
            </p:cNvSpPr>
            <p:nvPr/>
          </p:nvSpPr>
          <p:spPr>
            <a:xfrm>
              <a:off x="0" y="5638800"/>
              <a:ext cx="442595" cy="1219200"/>
            </a:xfrm>
            <a:prstGeom prst="rect">
              <a:avLst/>
            </a:prstGeom>
            <a:solidFill>
              <a:schemeClr val="bg1"/>
            </a:solidFill>
            <a:ln>
              <a:noFill/>
            </a:ln>
            <a:effectLst/>
          </p:spPr>
        </p:sp>
        <p:sp>
          <p:nvSpPr>
            <p:cNvPr id="33" name="Rectangle43"/>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cAUAAOYjAAAkBwAAMCoAAAAAAAAmAAAACAAAAP//////////"/>
                </a:ext>
              </a:extLst>
            </p:cNvSpPr>
            <p:nvPr/>
          </p:nvSpPr>
          <p:spPr>
            <a:xfrm>
              <a:off x="883920" y="5835650"/>
              <a:ext cx="276860" cy="1022350"/>
            </a:xfrm>
            <a:prstGeom prst="rect">
              <a:avLst/>
            </a:prstGeom>
            <a:solidFill>
              <a:schemeClr val="bg1"/>
            </a:solidFill>
            <a:ln>
              <a:noFill/>
            </a:ln>
            <a:effectLst/>
          </p:spPr>
        </p:sp>
        <p:sp>
          <p:nvSpPr>
            <p:cNvPr id="32" name="Rectangle37"/>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awQAAFklAAAfBgAAMCoAAAAAAAAmAAAACAAAAP//////////"/>
                </a:ext>
              </a:extLst>
            </p:cNvSpPr>
            <p:nvPr/>
          </p:nvSpPr>
          <p:spPr>
            <a:xfrm>
              <a:off x="718185" y="6071235"/>
              <a:ext cx="276860" cy="786765"/>
            </a:xfrm>
            <a:prstGeom prst="rect">
              <a:avLst/>
            </a:prstGeom>
            <a:solidFill>
              <a:schemeClr val="bg1"/>
            </a:solidFill>
            <a:ln>
              <a:noFill/>
            </a:ln>
            <a:effectLst/>
          </p:spPr>
        </p:sp>
        <p:sp>
          <p:nvSpPr>
            <p:cNvPr id="31" name="Rectangle38"/>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DwMAAGojAADDBAAAMCoAAAAAAAAmAAAACAAAAP//////////"/>
                </a:ext>
              </a:extLst>
            </p:cNvSpPr>
            <p:nvPr/>
          </p:nvSpPr>
          <p:spPr>
            <a:xfrm>
              <a:off x="497205" y="5756910"/>
              <a:ext cx="276860" cy="1101090"/>
            </a:xfrm>
            <a:prstGeom prst="rect">
              <a:avLst/>
            </a:prstGeom>
            <a:solidFill>
              <a:schemeClr val="bg1"/>
            </a:solidFill>
            <a:ln>
              <a:noFill/>
            </a:ln>
            <a:effectLst/>
          </p:spPr>
        </p:sp>
        <p:sp>
          <p:nvSpPr>
            <p:cNvPr id="30" name="Rectangle35"/>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CgIAAEknAAC+AwAAMCoAAAAAAAAmAAAACAAAAP//////////"/>
                </a:ext>
              </a:extLst>
            </p:cNvSpPr>
            <p:nvPr/>
          </p:nvSpPr>
          <p:spPr>
            <a:xfrm>
              <a:off x="331470" y="6386195"/>
              <a:ext cx="276860" cy="471805"/>
            </a:xfrm>
            <a:prstGeom prst="rect">
              <a:avLst/>
            </a:prstGeom>
            <a:solidFill>
              <a:schemeClr val="bg1"/>
            </a:solidFill>
            <a:ln>
              <a:noFill/>
            </a:ln>
            <a:effectLst/>
          </p:spPr>
        </p:sp>
        <p:sp>
          <p:nvSpPr>
            <p:cNvPr id="29" name="Rectangle36"/>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0gcAAGIkAADsDAAAMCoAAAAAAAAmAAAACAAAAP//////////"/>
                </a:ext>
              </a:extLst>
            </p:cNvSpPr>
            <p:nvPr/>
          </p:nvSpPr>
          <p:spPr>
            <a:xfrm>
              <a:off x="1271270" y="5914390"/>
              <a:ext cx="829310" cy="943610"/>
            </a:xfrm>
            <a:prstGeom prst="rect">
              <a:avLst/>
            </a:prstGeom>
            <a:solidFill>
              <a:schemeClr val="bg1"/>
            </a:solidFill>
            <a:ln>
              <a:noFill/>
            </a:ln>
            <a:effectLst/>
          </p:spPr>
        </p:sp>
        <p:sp>
          <p:nvSpPr>
            <p:cNvPr id="28" name="Rectangle41"/>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zQYAAFEmAACACAAAMCoAAAAAAAAmAAAACAAAAP//////////"/>
                </a:ext>
              </a:extLst>
            </p:cNvSpPr>
            <p:nvPr/>
          </p:nvSpPr>
          <p:spPr>
            <a:xfrm>
              <a:off x="1105535" y="6228715"/>
              <a:ext cx="276225" cy="629285"/>
            </a:xfrm>
            <a:prstGeom prst="rect">
              <a:avLst/>
            </a:prstGeom>
            <a:solidFill>
              <a:schemeClr val="bg1"/>
            </a:solidFill>
            <a:ln>
              <a:noFill/>
            </a:ln>
            <a:effectLst/>
          </p:spPr>
        </p:sp>
        <p:sp>
          <p:nvSpPr>
            <p:cNvPr id="27" name="Rectangle42"/>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igoAAKgjAAA+DAAAMCoAAAAAAAAmAAAACAAAAP//////////"/>
                </a:ext>
              </a:extLst>
            </p:cNvSpPr>
            <p:nvPr/>
          </p:nvSpPr>
          <p:spPr>
            <a:xfrm>
              <a:off x="1713230" y="5796280"/>
              <a:ext cx="276860" cy="1061720"/>
            </a:xfrm>
            <a:prstGeom prst="rect">
              <a:avLst/>
            </a:prstGeom>
            <a:solidFill>
              <a:schemeClr val="bg1"/>
            </a:solidFill>
            <a:ln>
              <a:noFill/>
            </a:ln>
            <a:effectLst/>
          </p:spPr>
        </p:sp>
        <p:sp>
          <p:nvSpPr>
            <p:cNvPr id="26" name="Rectangle39"/>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7AwAAM0mAAD3DgAAMCoAAAAAAAAmAAAACAAAAP//////////"/>
                </a:ext>
              </a:extLst>
            </p:cNvSpPr>
            <p:nvPr/>
          </p:nvSpPr>
          <p:spPr>
            <a:xfrm>
              <a:off x="2100580" y="6307455"/>
              <a:ext cx="332105" cy="550545"/>
            </a:xfrm>
            <a:prstGeom prst="rect">
              <a:avLst/>
            </a:prstGeom>
            <a:solidFill>
              <a:schemeClr val="bg1"/>
            </a:solidFill>
            <a:ln>
              <a:noFill/>
            </a:ln>
            <a:effectLst/>
          </p:spPr>
        </p:sp>
        <p:sp>
          <p:nvSpPr>
            <p:cNvPr id="25" name="Rectangle40"/>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9w4AABMmAACpEAAAMCoAAAAAAAAmAAAACAAAAP//////////"/>
                </a:ext>
              </a:extLst>
            </p:cNvSpPr>
            <p:nvPr/>
          </p:nvSpPr>
          <p:spPr>
            <a:xfrm>
              <a:off x="2432685" y="6189345"/>
              <a:ext cx="275590" cy="668655"/>
            </a:xfrm>
            <a:prstGeom prst="rect">
              <a:avLst/>
            </a:prstGeom>
            <a:solidFill>
              <a:schemeClr val="bg1"/>
            </a:solidFill>
            <a:ln>
              <a:noFill/>
            </a:ln>
            <a:effectLst/>
          </p:spPr>
        </p:sp>
        <p:sp>
          <p:nvSpPr>
            <p:cNvPr id="24" name="Rectangle45"/>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LEAs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qRAAAKAkAABYEQAAMCoAAAAAAAAmAAAACAAAAP//////////"/>
                </a:ext>
              </a:extLst>
            </p:cNvSpPr>
            <p:nvPr/>
          </p:nvSpPr>
          <p:spPr>
            <a:xfrm>
              <a:off x="2708275" y="5953760"/>
              <a:ext cx="111125" cy="904240"/>
            </a:xfrm>
            <a:prstGeom prst="rect">
              <a:avLst/>
            </a:prstGeom>
            <a:solidFill>
              <a:schemeClr val="bg1"/>
            </a:solidFill>
            <a:ln>
              <a:noFill/>
            </a:ln>
            <a:effectLst/>
          </p:spPr>
        </p:sp>
        <p:sp>
          <p:nvSpPr>
            <p:cNvPr id="23" name="Rectangle57"/>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LEAs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rhEAAKAkAABdEgAAMCoAAAAAAAAmAAAACAAAAP//////////"/>
                </a:ext>
              </a:extLst>
            </p:cNvSpPr>
            <p:nvPr/>
          </p:nvSpPr>
          <p:spPr>
            <a:xfrm>
              <a:off x="2874010" y="5953760"/>
              <a:ext cx="111125" cy="904240"/>
            </a:xfrm>
            <a:prstGeom prst="rect">
              <a:avLst/>
            </a:prstGeom>
            <a:solidFill>
              <a:schemeClr val="bg1"/>
            </a:solidFill>
            <a:ln>
              <a:noFill/>
            </a:ln>
            <a:effectLst/>
          </p:spPr>
        </p:sp>
        <p:sp>
          <p:nvSpPr>
            <p:cNvPr id="22" name="Rectangle58"/>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LQAt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sxIAAKAkAABiEwAAMCoAAAAAAAAmAAAACAAAAP//////////"/>
                </a:ext>
              </a:extLst>
            </p:cNvSpPr>
            <p:nvPr/>
          </p:nvSpPr>
          <p:spPr>
            <a:xfrm>
              <a:off x="3039745" y="5953760"/>
              <a:ext cx="111125" cy="904240"/>
            </a:xfrm>
            <a:prstGeom prst="rect">
              <a:avLst/>
            </a:prstGeom>
            <a:solidFill>
              <a:schemeClr val="bg1"/>
            </a:solidFill>
            <a:ln>
              <a:noFill/>
            </a:ln>
            <a:effectLst/>
          </p:spPr>
        </p:sp>
        <p:sp>
          <p:nvSpPr>
            <p:cNvPr id="21" name="Rectangle55"/>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F42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WBEAAI8mAABsFQAAMCoAAAAAAAAmAAAACAAAAP//////////"/>
                </a:ext>
              </a:extLst>
            </p:cNvSpPr>
            <p:nvPr/>
          </p:nvSpPr>
          <p:spPr>
            <a:xfrm>
              <a:off x="2819400" y="6268085"/>
              <a:ext cx="662940" cy="589915"/>
            </a:xfrm>
            <a:prstGeom prst="rect">
              <a:avLst/>
            </a:prstGeom>
            <a:solidFill>
              <a:schemeClr val="bg1"/>
            </a:solidFill>
            <a:ln>
              <a:noFill/>
            </a:ln>
            <a:effectLst/>
          </p:spPr>
        </p:sp>
        <p:sp>
          <p:nvSpPr>
            <p:cNvPr id="20" name="Rectangle56"/>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Mc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uRMAAKAkAABnFAAAMCoAAAAAAAAmAAAACAAAAP//////////"/>
                </a:ext>
              </a:extLst>
            </p:cNvSpPr>
            <p:nvPr/>
          </p:nvSpPr>
          <p:spPr>
            <a:xfrm>
              <a:off x="3206115" y="5953760"/>
              <a:ext cx="110490" cy="904240"/>
            </a:xfrm>
            <a:prstGeom prst="rect">
              <a:avLst/>
            </a:prstGeom>
            <a:solidFill>
              <a:schemeClr val="bg1"/>
            </a:solidFill>
            <a:ln>
              <a:noFill/>
            </a:ln>
            <a:effectLst/>
          </p:spPr>
        </p:sp>
        <p:sp>
          <p:nvSpPr>
            <p:cNvPr id="19" name="Rectangle61"/>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vhQAAKAkAABsFQAAMCoAAAAAAAAmAAAACAAAAP//////////"/>
                </a:ext>
              </a:extLst>
            </p:cNvSpPr>
            <p:nvPr/>
          </p:nvSpPr>
          <p:spPr>
            <a:xfrm>
              <a:off x="3371850" y="5953760"/>
              <a:ext cx="110490" cy="904240"/>
            </a:xfrm>
            <a:prstGeom prst="rect">
              <a:avLst/>
            </a:prstGeom>
            <a:solidFill>
              <a:schemeClr val="bg1"/>
            </a:solidFill>
            <a:ln>
              <a:noFill/>
            </a:ln>
            <a:effectLst/>
          </p:spPr>
        </p:sp>
        <p:sp>
          <p:nvSpPr>
            <p:cNvPr id="18" name="Rectangle62"/>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qRAAAKAkAABsFQAA1SUAAAAAAAAmAAAACAAAAP//////////"/>
                </a:ext>
              </a:extLst>
            </p:cNvSpPr>
            <p:nvPr/>
          </p:nvSpPr>
          <p:spPr>
            <a:xfrm rot="5400000">
              <a:off x="2997200" y="5664835"/>
              <a:ext cx="196215" cy="774065"/>
            </a:xfrm>
            <a:prstGeom prst="rect">
              <a:avLst/>
            </a:prstGeom>
            <a:solidFill>
              <a:schemeClr val="bg1"/>
            </a:solidFill>
            <a:ln>
              <a:noFill/>
            </a:ln>
            <a:effectLst/>
          </p:spPr>
        </p:sp>
        <p:sp>
          <p:nvSpPr>
            <p:cNvPr id="17" name="Rectangle59"/>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Hk9Ij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bBUAAHYpAAAvGgAAMCoAAAAAAAAmAAAACAAAAP//////////"/>
                </a:ext>
              </a:extLst>
            </p:cNvSpPr>
            <p:nvPr/>
          </p:nvSpPr>
          <p:spPr>
            <a:xfrm rot="5400000">
              <a:off x="3810000" y="6412230"/>
              <a:ext cx="118110" cy="774065"/>
            </a:xfrm>
            <a:prstGeom prst="rect">
              <a:avLst/>
            </a:prstGeom>
            <a:solidFill>
              <a:schemeClr val="bg1"/>
            </a:solidFill>
            <a:ln>
              <a:noFill/>
            </a:ln>
            <a:effectLst/>
          </p:spPr>
        </p:sp>
        <p:sp>
          <p:nvSpPr>
            <p:cNvPr id="16" name="Rectangle60"/>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GYzOE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GxYAAMUnAAAgFwAAMCoAAAAAAAAmAAAACAAAAP//////////"/>
                </a:ext>
              </a:extLst>
            </p:cNvSpPr>
            <p:nvPr/>
          </p:nvSpPr>
          <p:spPr>
            <a:xfrm>
              <a:off x="3593465" y="6464935"/>
              <a:ext cx="165735" cy="393065"/>
            </a:xfrm>
            <a:prstGeom prst="rect">
              <a:avLst/>
            </a:prstGeom>
            <a:solidFill>
              <a:schemeClr val="bg1"/>
            </a:solidFill>
            <a:ln>
              <a:noFill/>
            </a:ln>
            <a:effectLst/>
          </p:spPr>
        </p:sp>
        <p:sp>
          <p:nvSpPr>
            <p:cNvPr id="15" name="Rectangle54"/>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EFBR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dhcAAMUnAAB8GAAAMCoAAAAAAAAmAAAACAAAAP//////////"/>
                </a:ext>
              </a:extLst>
            </p:cNvSpPr>
            <p:nvPr/>
          </p:nvSpPr>
          <p:spPr>
            <a:xfrm>
              <a:off x="3813810" y="6464935"/>
              <a:ext cx="166370" cy="393065"/>
            </a:xfrm>
            <a:prstGeom prst="rect">
              <a:avLst/>
            </a:prstGeom>
            <a:solidFill>
              <a:schemeClr val="bg1"/>
            </a:solidFill>
            <a:ln>
              <a:noFill/>
            </a:ln>
            <a:effectLst/>
          </p:spPr>
        </p:sp>
        <p:sp>
          <p:nvSpPr>
            <p:cNvPr id="14" name="Rectangle48"/>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HU1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0hgAAMUnAADXGQAAMCoAAAAAAAAmAAAACAAAAP//////////"/>
                </a:ext>
              </a:extLst>
            </p:cNvSpPr>
            <p:nvPr/>
          </p:nvSpPr>
          <p:spPr>
            <a:xfrm>
              <a:off x="4034790" y="6464935"/>
              <a:ext cx="165735" cy="393065"/>
            </a:xfrm>
            <a:prstGeom prst="rect">
              <a:avLst/>
            </a:prstGeom>
            <a:solidFill>
              <a:schemeClr val="bg1"/>
            </a:solidFill>
            <a:ln>
              <a:noFill/>
            </a:ln>
            <a:effectLst/>
          </p:spPr>
        </p:sp>
        <p:sp>
          <p:nvSpPr>
            <p:cNvPr id="13" name="Rectangle49"/>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Js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2RUAAIcnAAAhGgAAQCgAAAAAAAAmAAAACAAAAP//////////"/>
                </a:ext>
              </a:extLst>
            </p:cNvSpPr>
            <p:nvPr/>
          </p:nvSpPr>
          <p:spPr>
            <a:xfrm rot="5400000">
              <a:off x="3840480" y="6136640"/>
              <a:ext cx="117475" cy="695960"/>
            </a:xfrm>
            <a:prstGeom prst="rect">
              <a:avLst/>
            </a:prstGeom>
            <a:solidFill>
              <a:schemeClr val="bg1"/>
            </a:solidFill>
            <a:ln>
              <a:noFill/>
            </a:ln>
            <a:effectLst/>
          </p:spPr>
        </p:sp>
        <p:sp>
          <p:nvSpPr>
            <p:cNvPr id="12" name="Rectangle46"/>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K2XVV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LxoAALwoAADiGwAAMCoAAAAAAAAmAAAACAAAAP//////////"/>
                </a:ext>
              </a:extLst>
            </p:cNvSpPr>
            <p:nvPr/>
          </p:nvSpPr>
          <p:spPr>
            <a:xfrm rot="5400000">
              <a:off x="4276090" y="6602095"/>
              <a:ext cx="236220" cy="276225"/>
            </a:xfrm>
            <a:prstGeom prst="rect">
              <a:avLst/>
            </a:prstGeom>
            <a:solidFill>
              <a:schemeClr val="bg1"/>
            </a:solidFill>
            <a:ln>
              <a:noFill/>
            </a:ln>
            <a:effectLst/>
          </p:spPr>
        </p:sp>
        <p:sp>
          <p:nvSpPr>
            <p:cNvPr id="11" name="Rectangle47"/>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GVvbT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4hsAAI8mAADnHAAAMCoAAAAAAAAmAAAACAAAAP//////////"/>
                </a:ext>
              </a:extLst>
            </p:cNvSpPr>
            <p:nvPr/>
          </p:nvSpPr>
          <p:spPr>
            <a:xfrm rot="5400000">
              <a:off x="4320540" y="6480175"/>
              <a:ext cx="589915" cy="165735"/>
            </a:xfrm>
            <a:prstGeom prst="rect">
              <a:avLst/>
            </a:prstGeom>
            <a:solidFill>
              <a:schemeClr val="bg1"/>
            </a:solidFill>
            <a:ln>
              <a:noFill/>
            </a:ln>
            <a:effectLst/>
          </p:spPr>
        </p:sp>
        <p:sp>
          <p:nvSpPr>
            <p:cNvPr id="10" name="Rectangle52"/>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Eyp9F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5xwAAKAkAACgHwAAMCoAAAAAAAAmAAAACAAAAP//////////"/>
                </a:ext>
              </a:extLst>
            </p:cNvSpPr>
            <p:nvPr/>
          </p:nvSpPr>
          <p:spPr>
            <a:xfrm rot="5400000">
              <a:off x="4467860" y="6184265"/>
              <a:ext cx="904240" cy="442595"/>
            </a:xfrm>
            <a:prstGeom prst="rect">
              <a:avLst/>
            </a:prstGeom>
            <a:solidFill>
              <a:schemeClr val="bg1"/>
            </a:solidFill>
            <a:ln>
              <a:noFill/>
            </a:ln>
            <a:effectLst/>
          </p:spPr>
        </p:sp>
        <p:sp>
          <p:nvSpPr>
            <p:cNvPr id="9" name="Rectangle53"/>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FNwUH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oB8AAIcnAAClIAAAMCoAAAAAAAAmAAAACAAAAP//////////"/>
                </a:ext>
              </a:extLst>
            </p:cNvSpPr>
            <p:nvPr/>
          </p:nvSpPr>
          <p:spPr>
            <a:xfrm rot="5400000">
              <a:off x="5007610" y="6558915"/>
              <a:ext cx="432435" cy="165735"/>
            </a:xfrm>
            <a:prstGeom prst="rect">
              <a:avLst/>
            </a:prstGeom>
            <a:solidFill>
              <a:schemeClr val="bg1"/>
            </a:solidFill>
            <a:ln>
              <a:noFill/>
            </a:ln>
            <a:effectLst/>
          </p:spPr>
        </p:sp>
        <p:sp>
          <p:nvSpPr>
            <p:cNvPr id="8" name="Rectangle50"/>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pSAAAJclAAALJAAAMCoAAAAAAAAmAAAACAAAAP//////////"/>
                </a:ext>
              </a:extLst>
            </p:cNvSpPr>
            <p:nvPr/>
          </p:nvSpPr>
          <p:spPr>
            <a:xfrm rot="5400000">
              <a:off x="5209540" y="6207760"/>
              <a:ext cx="747395" cy="552450"/>
            </a:xfrm>
            <a:prstGeom prst="rect">
              <a:avLst/>
            </a:prstGeom>
            <a:solidFill>
              <a:schemeClr val="bg1"/>
            </a:solidFill>
            <a:ln>
              <a:noFill/>
            </a:ln>
            <a:effectLst/>
          </p:spPr>
        </p:sp>
        <p:sp>
          <p:nvSpPr>
            <p:cNvPr id="7" name="Rectangle51"/>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CI1OC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qiEAACQkAAAGIwAAMCoAAAAAAAAmAAAACAAAAP//////////"/>
                </a:ext>
              </a:extLst>
            </p:cNvSpPr>
            <p:nvPr/>
          </p:nvSpPr>
          <p:spPr>
            <a:xfrm rot="5400000">
              <a:off x="5091430" y="6256020"/>
              <a:ext cx="982980" cy="220980"/>
            </a:xfrm>
            <a:prstGeom prst="rect">
              <a:avLst/>
            </a:prstGeom>
            <a:solidFill>
              <a:schemeClr val="bg1"/>
            </a:solidFill>
            <a:ln>
              <a:noFill/>
            </a:ln>
            <a:effectLst/>
          </p:spPr>
        </p:sp>
        <p:sp>
          <p:nvSpPr>
            <p:cNvPr id="6" name="Rectangle12"/>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C93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CyQAAM0mAAAQJQAAMCoAAAAAAAAmAAAACAAAAP//////////"/>
                </a:ext>
              </a:extLst>
            </p:cNvSpPr>
            <p:nvPr/>
          </p:nvSpPr>
          <p:spPr>
            <a:xfrm rot="5400000">
              <a:off x="5666740" y="6499860"/>
              <a:ext cx="550545" cy="165735"/>
            </a:xfrm>
            <a:prstGeom prst="rect">
              <a:avLst/>
            </a:prstGeom>
            <a:solidFill>
              <a:schemeClr val="bg1"/>
            </a:solidFill>
            <a:ln>
              <a:noFill/>
            </a:ln>
            <a:effectLst/>
          </p:spPr>
        </p:sp>
        <p:sp>
          <p:nvSpPr>
            <p:cNvPr id="5" name="Rectangle13"/>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ECUAAFEmAADEJgAAMCoAAAAAAAAmAAAACAAAAP//////////"/>
                </a:ext>
              </a:extLst>
            </p:cNvSpPr>
            <p:nvPr/>
          </p:nvSpPr>
          <p:spPr>
            <a:xfrm rot="5400000">
              <a:off x="5848985" y="6404610"/>
              <a:ext cx="629285" cy="276860"/>
            </a:xfrm>
            <a:prstGeom prst="rect">
              <a:avLst/>
            </a:prstGeom>
            <a:solidFill>
              <a:schemeClr val="bg1"/>
            </a:solidFill>
            <a:ln>
              <a:noFill/>
            </a:ln>
            <a:effectLst/>
          </p:spPr>
        </p:sp>
        <p:sp>
          <p:nvSpPr>
            <p:cNvPr id="4" name="Rectangle10"/>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GicAAGojAADOKAAAMCoAAAAAAAAmAAAACAAAAP//////////"/>
                </a:ext>
              </a:extLst>
            </p:cNvSpPr>
            <p:nvPr/>
          </p:nvSpPr>
          <p:spPr>
            <a:xfrm rot="5400000">
              <a:off x="5944235" y="6169025"/>
              <a:ext cx="1101090" cy="276860"/>
            </a:xfrm>
            <a:prstGeom prst="rect">
              <a:avLst/>
            </a:prstGeom>
            <a:solidFill>
              <a:schemeClr val="bg1"/>
            </a:solidFill>
            <a:ln>
              <a:noFill/>
            </a:ln>
            <a:effectLst/>
          </p:spPr>
        </p:sp>
        <p:sp>
          <p:nvSpPr>
            <p:cNvPr id="3" name="Rectangle11"/>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FSYAAAMoAADJJwAAMCoAAAAAAAAmAAAACAAAAP//////////"/>
                </a:ext>
              </a:extLst>
            </p:cNvSpPr>
            <p:nvPr/>
          </p:nvSpPr>
          <p:spPr>
            <a:xfrm rot="5400000">
              <a:off x="6152515" y="6542405"/>
              <a:ext cx="353695" cy="276860"/>
            </a:xfrm>
            <a:prstGeom prst="rect">
              <a:avLst/>
            </a:prstGeom>
            <a:solidFill>
              <a:schemeClr val="bg1"/>
            </a:solidFill>
            <a:ln>
              <a:noFill/>
            </a:ln>
            <a:effectLst/>
          </p:spPr>
        </p:sp>
      </p:grpSp>
      <p:grpSp>
        <p:nvGrpSpPr>
          <p:cNvPr id="35" name="Group1"/>
          <p:cNvGrpSpPr>
            <a:extLst>
              <a:ext uri="smNativeData">
                <pr:smNativeData xmlns:pr="smNativeData" xmlns="smNativeData" val="SMDATA_6_PI6GaBMAAAAlAAAAAQAAAA8BAAAAkAAAAEgAAACQAAAASAAAAAAAAAAAAAAAAAAAABcAAAAUAAAAAAAAAAAAAAD/fwAA/38AAAAAAAAJAAAABAAAADcAAAAfAAAAVAAAAAAAAAAAAAAAAAAAAAAAAAAAAAAAAAAAAAAAAAAAAAAAAAAAAAAAAAAAAAAAAAAAAAAAAAAAAAAAAAAAAAAAAAAAAAAAAAAAAAAAAAAAAAAAAAAAACEAAAAYAAAAFAAAAFMmAABpIwAAAEsAADAqAAAQAAAAJgAAAAgAAAD/////AAAAAA=="/>
              </a:ext>
            </a:extLst>
          </p:cNvGrpSpPr>
          <p:nvPr/>
        </p:nvGrpSpPr>
        <p:grpSpPr>
          <a:xfrm>
            <a:off x="6229985" y="5756275"/>
            <a:ext cx="5962015" cy="1101725"/>
            <a:chOff x="6229985" y="5756275"/>
            <a:chExt cx="5962015" cy="1101725"/>
          </a:xfrm>
        </p:grpSpPr>
        <p:sp>
          <p:nvSpPr>
            <p:cNvPr id="65" name="Rectangle16"/>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UUgAAIAlAAAASwAAMCoAAAAAAAAmAAAACAAAAP//////////"/>
                </a:ext>
              </a:extLst>
            </p:cNvSpPr>
            <p:nvPr/>
          </p:nvSpPr>
          <p:spPr>
            <a:xfrm flipH="1">
              <a:off x="11755755" y="6096000"/>
              <a:ext cx="436245" cy="762000"/>
            </a:xfrm>
            <a:prstGeom prst="rect">
              <a:avLst/>
            </a:prstGeom>
            <a:solidFill>
              <a:schemeClr val="bg1"/>
            </a:solidFill>
            <a:ln>
              <a:noFill/>
            </a:ln>
            <a:effectLst/>
          </p:spPr>
        </p:sp>
        <p:sp>
          <p:nvSpPr>
            <p:cNvPr id="64" name="Rectangle14"/>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7kMAAOYjAACdRQAAMCoAAAAAAAAmAAAACAAAAP//////////"/>
                </a:ext>
              </a:extLst>
            </p:cNvSpPr>
            <p:nvPr/>
          </p:nvSpPr>
          <p:spPr>
            <a:xfrm flipH="1">
              <a:off x="11042650" y="5835650"/>
              <a:ext cx="273685" cy="1022350"/>
            </a:xfrm>
            <a:prstGeom prst="rect">
              <a:avLst/>
            </a:prstGeom>
            <a:solidFill>
              <a:schemeClr val="bg1"/>
            </a:solidFill>
            <a:ln>
              <a:noFill/>
            </a:ln>
            <a:effectLst/>
          </p:spPr>
        </p:sp>
        <p:sp>
          <p:nvSpPr>
            <p:cNvPr id="63" name="Rectangle15"/>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80QAAFolAACiRgAAMCoAAAAAAAAmAAAACAAAAP//////////"/>
                </a:ext>
              </a:extLst>
            </p:cNvSpPr>
            <p:nvPr/>
          </p:nvSpPr>
          <p:spPr>
            <a:xfrm flipH="1">
              <a:off x="11208385" y="6071870"/>
              <a:ext cx="273685" cy="786130"/>
            </a:xfrm>
            <a:prstGeom prst="rect">
              <a:avLst/>
            </a:prstGeom>
            <a:solidFill>
              <a:schemeClr val="bg1"/>
            </a:solidFill>
            <a:ln>
              <a:noFill/>
            </a:ln>
            <a:effectLst/>
          </p:spPr>
        </p:sp>
        <p:sp>
          <p:nvSpPr>
            <p:cNvPr id="62" name="Rectangle9"/>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SkYAAGkjAAD5RwAAMCoAAAAAAAAmAAAACAAAAP//////////"/>
                </a:ext>
              </a:extLst>
            </p:cNvSpPr>
            <p:nvPr/>
          </p:nvSpPr>
          <p:spPr>
            <a:xfrm flipH="1">
              <a:off x="11426190" y="5756275"/>
              <a:ext cx="273685" cy="1101725"/>
            </a:xfrm>
            <a:prstGeom prst="rect">
              <a:avLst/>
            </a:prstGeom>
            <a:solidFill>
              <a:schemeClr val="bg1"/>
            </a:solidFill>
            <a:ln>
              <a:noFill/>
            </a:ln>
            <a:effectLst/>
          </p:spPr>
        </p:sp>
        <p:sp>
          <p:nvSpPr>
            <p:cNvPr id="61" name="Rectangle3"/>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TEcAAEknAAD7SAAAMCoAAAAAAAAmAAAACAAAAP//////////"/>
                </a:ext>
              </a:extLst>
            </p:cNvSpPr>
            <p:nvPr/>
          </p:nvSpPr>
          <p:spPr>
            <a:xfrm flipH="1">
              <a:off x="11590020" y="6386195"/>
              <a:ext cx="273685" cy="471805"/>
            </a:xfrm>
            <a:prstGeom prst="rect">
              <a:avLst/>
            </a:prstGeom>
            <a:solidFill>
              <a:schemeClr val="bg1"/>
            </a:solidFill>
            <a:ln>
              <a:noFill/>
            </a:ln>
            <a:effectLst/>
          </p:spPr>
        </p:sp>
        <p:sp>
          <p:nvSpPr>
            <p:cNvPr id="60" name="Rectangle4"/>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1TwAAIAlAADhQQAAMCoAAAAAAAAmAAAACAAAAP//////////"/>
                </a:ext>
              </a:extLst>
            </p:cNvSpPr>
            <p:nvPr/>
          </p:nvSpPr>
          <p:spPr>
            <a:xfrm flipH="1">
              <a:off x="9888855" y="6096000"/>
              <a:ext cx="820420" cy="762000"/>
            </a:xfrm>
            <a:prstGeom prst="rect">
              <a:avLst/>
            </a:prstGeom>
            <a:solidFill>
              <a:schemeClr val="bg1"/>
            </a:solidFill>
            <a:ln>
              <a:noFill/>
            </a:ln>
            <a:effectLst/>
          </p:spPr>
        </p:sp>
        <p:sp>
          <p:nvSpPr>
            <p:cNvPr id="59" name="Rectangle1"/>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lkIAAFImAABFRAAAMCoAAAAAAAAmAAAACAAAAP//////////"/>
                </a:ext>
              </a:extLst>
            </p:cNvSpPr>
            <p:nvPr/>
          </p:nvSpPr>
          <p:spPr>
            <a:xfrm flipH="1">
              <a:off x="10824210" y="6229350"/>
              <a:ext cx="273685" cy="628650"/>
            </a:xfrm>
            <a:prstGeom prst="rect">
              <a:avLst/>
            </a:prstGeom>
            <a:solidFill>
              <a:schemeClr val="bg1"/>
            </a:solidFill>
            <a:ln>
              <a:noFill/>
            </a:ln>
            <a:effectLst/>
          </p:spPr>
        </p:sp>
        <p:sp>
          <p:nvSpPr>
            <p:cNvPr id="58" name="Rectangle2"/>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4j4AAKcjAACRQAAAMCoAAAAAAAAmAAAACAAAAP//////////"/>
                </a:ext>
              </a:extLst>
            </p:cNvSpPr>
            <p:nvPr/>
          </p:nvSpPr>
          <p:spPr>
            <a:xfrm flipH="1">
              <a:off x="10222230" y="5795645"/>
              <a:ext cx="273685" cy="1062355"/>
            </a:xfrm>
            <a:prstGeom prst="rect">
              <a:avLst/>
            </a:prstGeom>
            <a:solidFill>
              <a:schemeClr val="bg1"/>
            </a:solidFill>
            <a:ln>
              <a:noFill/>
            </a:ln>
            <a:effectLst/>
          </p:spPr>
        </p:sp>
        <p:sp>
          <p:nvSpPr>
            <p:cNvPr id="57" name="Rectangle7"/>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FUEAANgnAAAbQwAAMCoAAAAAAAAmAAAACAAAAP//////////"/>
                </a:ext>
              </a:extLst>
            </p:cNvSpPr>
            <p:nvPr/>
          </p:nvSpPr>
          <p:spPr>
            <a:xfrm flipH="1">
              <a:off x="10579735" y="6477000"/>
              <a:ext cx="328930" cy="381000"/>
            </a:xfrm>
            <a:prstGeom prst="rect">
              <a:avLst/>
            </a:prstGeom>
            <a:solidFill>
              <a:schemeClr val="bg1"/>
            </a:solidFill>
            <a:ln>
              <a:noFill/>
            </a:ln>
            <a:effectLst/>
          </p:spPr>
        </p:sp>
        <p:sp>
          <p:nvSpPr>
            <p:cNvPr id="56" name="Rectangle8"/>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CjUAABQmAAC5NgAAMCoAAAAAAAAmAAAACAAAAP//////////"/>
                </a:ext>
              </a:extLst>
            </p:cNvSpPr>
            <p:nvPr/>
          </p:nvSpPr>
          <p:spPr>
            <a:xfrm flipH="1">
              <a:off x="8622030" y="6189980"/>
              <a:ext cx="273685" cy="668020"/>
            </a:xfrm>
            <a:prstGeom prst="rect">
              <a:avLst/>
            </a:prstGeom>
            <a:solidFill>
              <a:schemeClr val="bg1"/>
            </a:solidFill>
            <a:ln>
              <a:noFill/>
            </a:ln>
            <a:effectLst/>
          </p:spPr>
        </p:sp>
        <p:sp>
          <p:nvSpPr>
            <p:cNvPr id="55" name="Rectangle5"/>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5zsAAJ8kAACUPAAAMCoAAAAAAAAmAAAACAAAAP//////////"/>
                </a:ext>
              </a:extLst>
            </p:cNvSpPr>
            <p:nvPr/>
          </p:nvSpPr>
          <p:spPr>
            <a:xfrm flipH="1">
              <a:off x="9737725" y="5953125"/>
              <a:ext cx="109855" cy="904875"/>
            </a:xfrm>
            <a:prstGeom prst="rect">
              <a:avLst/>
            </a:prstGeom>
            <a:solidFill>
              <a:schemeClr val="bg1"/>
            </a:solidFill>
            <a:ln>
              <a:noFill/>
            </a:ln>
            <a:effectLst/>
          </p:spPr>
        </p:sp>
        <p:sp>
          <p:nvSpPr>
            <p:cNvPr id="54" name="Rectangle6"/>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5joAAJ8kAACQOwAAMCoAAAAAAAAmAAAACAAAAP//////////"/>
                </a:ext>
              </a:extLst>
            </p:cNvSpPr>
            <p:nvPr/>
          </p:nvSpPr>
          <p:spPr>
            <a:xfrm flipH="1">
              <a:off x="9574530" y="5953125"/>
              <a:ext cx="107950" cy="904875"/>
            </a:xfrm>
            <a:prstGeom prst="rect">
              <a:avLst/>
            </a:prstGeom>
            <a:solidFill>
              <a:schemeClr val="bg1"/>
            </a:solidFill>
            <a:ln>
              <a:noFill/>
            </a:ln>
            <a:effectLst/>
          </p:spPr>
        </p:sp>
        <p:sp>
          <p:nvSpPr>
            <p:cNvPr id="53" name="Rectangle17"/>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4TkAAJ8kAACPOgAAMCoAAAAAAAAmAAAACAAAAP//////////"/>
                </a:ext>
              </a:extLst>
            </p:cNvSpPr>
            <p:nvPr/>
          </p:nvSpPr>
          <p:spPr>
            <a:xfrm flipH="1">
              <a:off x="9408795" y="5953125"/>
              <a:ext cx="110490" cy="904875"/>
            </a:xfrm>
            <a:prstGeom prst="rect">
              <a:avLst/>
            </a:prstGeom>
            <a:solidFill>
              <a:schemeClr val="bg1"/>
            </a:solidFill>
            <a:ln>
              <a:noFill/>
            </a:ln>
            <a:effectLst/>
          </p:spPr>
        </p:sp>
        <p:sp>
          <p:nvSpPr>
            <p:cNvPr id="52" name="Rectangle29"/>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4DcAAI4mAADnOwAAMCoAAAAAAAAmAAAACAAAAP//////////"/>
                </a:ext>
              </a:extLst>
            </p:cNvSpPr>
            <p:nvPr/>
          </p:nvSpPr>
          <p:spPr>
            <a:xfrm flipH="1">
              <a:off x="9083040" y="6267450"/>
              <a:ext cx="654685" cy="590550"/>
            </a:xfrm>
            <a:prstGeom prst="rect">
              <a:avLst/>
            </a:prstGeom>
            <a:solidFill>
              <a:schemeClr val="bg1"/>
            </a:solidFill>
            <a:ln>
              <a:noFill/>
            </a:ln>
            <a:effectLst/>
          </p:spPr>
        </p:sp>
        <p:sp>
          <p:nvSpPr>
            <p:cNvPr id="51" name="Rectangle30"/>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4DgAAJ8kAACOOQAAMCoAAAAAAAAmAAAACAAAAP//////////"/>
                </a:ext>
              </a:extLst>
            </p:cNvSpPr>
            <p:nvPr/>
          </p:nvSpPr>
          <p:spPr>
            <a:xfrm flipH="1">
              <a:off x="9245600" y="5953125"/>
              <a:ext cx="110490" cy="904875"/>
            </a:xfrm>
            <a:prstGeom prst="rect">
              <a:avLst/>
            </a:prstGeom>
            <a:solidFill>
              <a:schemeClr val="bg1"/>
            </a:solidFill>
            <a:ln>
              <a:noFill/>
            </a:ln>
            <a:effectLst/>
          </p:spPr>
        </p:sp>
        <p:sp>
          <p:nvSpPr>
            <p:cNvPr id="50" name="Rectangle27"/>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4DcAAJ8kAACKOAAAMCoAAAAAAAAmAAAACAAAAP//////////"/>
                </a:ext>
              </a:extLst>
            </p:cNvSpPr>
            <p:nvPr/>
          </p:nvSpPr>
          <p:spPr>
            <a:xfrm flipH="1">
              <a:off x="9083040" y="5953125"/>
              <a:ext cx="107950" cy="904875"/>
            </a:xfrm>
            <a:prstGeom prst="rect">
              <a:avLst/>
            </a:prstGeom>
            <a:solidFill>
              <a:schemeClr val="bg1"/>
            </a:solidFill>
            <a:ln>
              <a:noFill/>
            </a:ln>
            <a:effectLst/>
          </p:spPr>
        </p:sp>
        <p:sp>
          <p:nvSpPr>
            <p:cNvPr id="49" name="Rectangle28"/>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4DcAAJ8kAACUPAAA1SUAAAAAAAAmAAAACAAAAP//////////"/>
                </a:ext>
              </a:extLst>
            </p:cNvSpPr>
            <p:nvPr/>
          </p:nvSpPr>
          <p:spPr>
            <a:xfrm rot="16200000" flipH="1">
              <a:off x="9366885" y="5669280"/>
              <a:ext cx="196850" cy="764540"/>
            </a:xfrm>
            <a:prstGeom prst="rect">
              <a:avLst/>
            </a:prstGeom>
            <a:solidFill>
              <a:schemeClr val="bg1"/>
            </a:solidFill>
            <a:ln>
              <a:noFill/>
            </a:ln>
            <a:effectLst/>
          </p:spPr>
        </p:sp>
        <p:sp>
          <p:nvSpPr>
            <p:cNvPr id="48" name="Rectangle33"/>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Gy8AAHcpAADUMwAAMCoAAAAAAAAmAAAACAAAAP//////////"/>
                </a:ext>
              </a:extLst>
            </p:cNvSpPr>
            <p:nvPr/>
          </p:nvSpPr>
          <p:spPr>
            <a:xfrm rot="16200000" flipH="1">
              <a:off x="7982585" y="6415405"/>
              <a:ext cx="117475" cy="767715"/>
            </a:xfrm>
            <a:prstGeom prst="rect">
              <a:avLst/>
            </a:prstGeom>
            <a:solidFill>
              <a:schemeClr val="bg1"/>
            </a:solidFill>
            <a:ln>
              <a:noFill/>
            </a:ln>
            <a:effectLst/>
          </p:spPr>
        </p:sp>
        <p:sp>
          <p:nvSpPr>
            <p:cNvPr id="47" name="Rectangle34"/>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JTIAAMQnAAAmMwAAMCoAAAAAAAAmAAAACAAAAP//////////"/>
                </a:ext>
              </a:extLst>
            </p:cNvSpPr>
            <p:nvPr/>
          </p:nvSpPr>
          <p:spPr>
            <a:xfrm flipH="1">
              <a:off x="8151495" y="6464300"/>
              <a:ext cx="163195" cy="393700"/>
            </a:xfrm>
            <a:prstGeom prst="rect">
              <a:avLst/>
            </a:prstGeom>
            <a:solidFill>
              <a:schemeClr val="bg1"/>
            </a:solidFill>
            <a:ln>
              <a:noFill/>
            </a:ln>
            <a:effectLst/>
          </p:spPr>
        </p:sp>
        <p:sp>
          <p:nvSpPr>
            <p:cNvPr id="46" name="Rectangle31"/>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yjAAAMQnAADPMQAAMCoAAAAAAAAmAAAACAAAAP//////////"/>
                </a:ext>
              </a:extLst>
            </p:cNvSpPr>
            <p:nvPr/>
          </p:nvSpPr>
          <p:spPr>
            <a:xfrm flipH="1">
              <a:off x="7931150" y="6464300"/>
              <a:ext cx="165735" cy="393700"/>
            </a:xfrm>
            <a:prstGeom prst="rect">
              <a:avLst/>
            </a:prstGeom>
            <a:solidFill>
              <a:schemeClr val="bg1"/>
            </a:solidFill>
            <a:ln>
              <a:noFill/>
            </a:ln>
            <a:effectLst/>
          </p:spPr>
        </p:sp>
        <p:sp>
          <p:nvSpPr>
            <p:cNvPr id="45" name="Rectangle32"/>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ci8AAMQnAAB3MAAAMCoAAAAAAAAmAAAACAAAAP//////////"/>
                </a:ext>
              </a:extLst>
            </p:cNvSpPr>
            <p:nvPr/>
          </p:nvSpPr>
          <p:spPr>
            <a:xfrm flipH="1">
              <a:off x="7712710" y="6464300"/>
              <a:ext cx="165735" cy="393700"/>
            </a:xfrm>
            <a:prstGeom prst="rect">
              <a:avLst/>
            </a:prstGeom>
            <a:solidFill>
              <a:schemeClr val="bg1"/>
            </a:solidFill>
            <a:ln>
              <a:noFill/>
            </a:ln>
            <a:effectLst/>
          </p:spPr>
        </p:sp>
        <p:sp>
          <p:nvSpPr>
            <p:cNvPr id="44" name="Rectangle26"/>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Ki8AAIUnAABmMwAAQSgAAAAAAAAmAAAACAAAAP//////////"/>
                </a:ext>
              </a:extLst>
            </p:cNvSpPr>
            <p:nvPr/>
          </p:nvSpPr>
          <p:spPr>
            <a:xfrm rot="16200000" flipH="1">
              <a:off x="7951470" y="6139815"/>
              <a:ext cx="119380" cy="688340"/>
            </a:xfrm>
            <a:prstGeom prst="rect">
              <a:avLst/>
            </a:prstGeom>
            <a:solidFill>
              <a:schemeClr val="bg1"/>
            </a:solidFill>
            <a:ln>
              <a:noFill/>
            </a:ln>
            <a:effectLst/>
          </p:spPr>
        </p:sp>
        <p:sp>
          <p:nvSpPr>
            <p:cNvPr id="43" name="Rectangle20"/>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nzMAALsoAABONQAAMCoAAAAAAAAmAAAACAAAAP//////////"/>
                </a:ext>
              </a:extLst>
            </p:cNvSpPr>
            <p:nvPr/>
          </p:nvSpPr>
          <p:spPr>
            <a:xfrm rot="16200000" flipH="1">
              <a:off x="8409940" y="6602730"/>
              <a:ext cx="236855" cy="273685"/>
            </a:xfrm>
            <a:prstGeom prst="rect">
              <a:avLst/>
            </a:prstGeom>
            <a:solidFill>
              <a:schemeClr val="bg1"/>
            </a:solidFill>
            <a:ln>
              <a:noFill/>
            </a:ln>
            <a:effectLst/>
          </p:spPr>
        </p:sp>
        <p:sp>
          <p:nvSpPr>
            <p:cNvPr id="42" name="Rectangle21"/>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Zi4AAI4mAABnLwAAMCoAAAAAAAAmAAAACAAAAP//////////"/>
                </a:ext>
              </a:extLst>
            </p:cNvSpPr>
            <p:nvPr/>
          </p:nvSpPr>
          <p:spPr>
            <a:xfrm rot="16200000" flipH="1">
              <a:off x="7329170" y="6480810"/>
              <a:ext cx="590550" cy="163195"/>
            </a:xfrm>
            <a:prstGeom prst="rect">
              <a:avLst/>
            </a:prstGeom>
            <a:solidFill>
              <a:schemeClr val="bg1"/>
            </a:solidFill>
            <a:ln>
              <a:noFill/>
            </a:ln>
            <a:effectLst/>
          </p:spPr>
        </p:sp>
        <p:sp>
          <p:nvSpPr>
            <p:cNvPr id="41" name="Rectangle18"/>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tisAAJ8kAABmLgAAMCoAAAAAAAAmAAAACAAAAP//////////"/>
                </a:ext>
              </a:extLst>
            </p:cNvSpPr>
            <p:nvPr/>
          </p:nvSpPr>
          <p:spPr>
            <a:xfrm rot="16200000" flipH="1">
              <a:off x="6871970" y="6186805"/>
              <a:ext cx="904875" cy="436880"/>
            </a:xfrm>
            <a:prstGeom prst="rect">
              <a:avLst/>
            </a:prstGeom>
            <a:solidFill>
              <a:schemeClr val="bg1"/>
            </a:solidFill>
            <a:ln>
              <a:noFill/>
            </a:ln>
            <a:effectLst/>
          </p:spPr>
        </p:sp>
        <p:sp>
          <p:nvSpPr>
            <p:cNvPr id="40" name="Rectangle19"/>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sSoAAIUnAAC2KwAAMCoAAAAAAAAmAAAACAAAAP//////////"/>
                </a:ext>
              </a:extLst>
            </p:cNvSpPr>
            <p:nvPr/>
          </p:nvSpPr>
          <p:spPr>
            <a:xfrm rot="16200000" flipH="1">
              <a:off x="6805930" y="6558280"/>
              <a:ext cx="433705" cy="165735"/>
            </a:xfrm>
            <a:prstGeom prst="rect">
              <a:avLst/>
            </a:prstGeom>
            <a:solidFill>
              <a:schemeClr val="bg1"/>
            </a:solidFill>
            <a:ln>
              <a:noFill/>
            </a:ln>
            <a:effectLst/>
          </p:spPr>
        </p:sp>
        <p:sp>
          <p:nvSpPr>
            <p:cNvPr id="39" name="Rectangle24"/>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VCcAAJYlAACxKgAAMCoAAAAAAAAmAAAACAAAAP//////////"/>
                </a:ext>
              </a:extLst>
            </p:cNvSpPr>
            <p:nvPr/>
          </p:nvSpPr>
          <p:spPr>
            <a:xfrm rot="16200000" flipH="1">
              <a:off x="6292850" y="6210300"/>
              <a:ext cx="748030" cy="546735"/>
            </a:xfrm>
            <a:prstGeom prst="rect">
              <a:avLst/>
            </a:prstGeom>
            <a:solidFill>
              <a:schemeClr val="bg1"/>
            </a:solidFill>
            <a:ln>
              <a:noFill/>
            </a:ln>
            <a:effectLst/>
          </p:spPr>
        </p:sp>
        <p:sp>
          <p:nvSpPr>
            <p:cNvPr id="38" name="Rectangle25"/>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UyYAAM0mAABUJwAAMCoAAAAAAAAmAAAACAAAAP//////////"/>
                </a:ext>
              </a:extLst>
            </p:cNvSpPr>
            <p:nvPr/>
          </p:nvSpPr>
          <p:spPr>
            <a:xfrm rot="16200000" flipH="1">
              <a:off x="6036310" y="6501130"/>
              <a:ext cx="550545" cy="163195"/>
            </a:xfrm>
            <a:prstGeom prst="rect">
              <a:avLst/>
            </a:prstGeom>
            <a:solidFill>
              <a:schemeClr val="bg1"/>
            </a:solidFill>
            <a:ln>
              <a:noFill/>
            </a:ln>
            <a:effectLst/>
          </p:spPr>
        </p:sp>
        <p:sp>
          <p:nvSpPr>
            <p:cNvPr id="37" name="Rectangle22"/>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IDwAALsoAADOPQAAMCoAAAAAAAAmAAAACAAAAP//////////"/>
                </a:ext>
              </a:extLst>
            </p:cNvSpPr>
            <p:nvPr/>
          </p:nvSpPr>
          <p:spPr>
            <a:xfrm rot="16200000" flipH="1">
              <a:off x="9791700" y="6603365"/>
              <a:ext cx="236855" cy="273050"/>
            </a:xfrm>
            <a:prstGeom prst="rect">
              <a:avLst/>
            </a:prstGeom>
            <a:solidFill>
              <a:schemeClr val="bg1"/>
            </a:solidFill>
            <a:ln>
              <a:noFill/>
            </a:ln>
            <a:effectLst/>
          </p:spPr>
        </p:sp>
        <p:sp>
          <p:nvSpPr>
            <p:cNvPr id="36" name="Rectangle23"/>
            <p:cNvSpPr>
              <a:extLst>
                <a:ext uri="smNativeData">
                  <pr:smNativeData xmlns:pr="smNativeData" xmlns="smNativeData" val="SMDATA_15_PI6GaBMAAAAlAAAAZAAAAA0AAAAAkAAAAEgAAACQAAAASAAAAAAAAAABAAAAAAAAAAEAAABQAAAAAAAAAAAA4D8AAAAAAADgPwAAAAAAAOA/AAAAAAAA4D8AAAAAAADgPwAAAAAAAOA/AAAAAAAA4D8AAAAAAADgPwAAAAAAAOA/AAAAAAAA4D8CAAAAjAAAAAEAAAAAAAAAN18vCDdfLwgAAAAAAAAAAAAAAAAAAAAAAAAAAAAAAAAAAAAAeAAAAAEAAABAAAAAAAAAAAAAAABaAAAAAAAAAAAAAAAAAAAAAAAAAAAAAAAAAAAAAAAAAAAAAAAAAAAAAAAAAAAAAAAAAAAAAAAAAAAAAAAAAAAAAAAAAAAAAAAAAAAAFAAAADwAAAAAAAAAAAAAAP///wkBAAAAAQAAAAEAAAABAAAAAQAAAAEAAAAAAAAAZAAAAGQAAAAAAAAAZAAAAGQAAAAVAAAAYAAAAAAAAAAAAAAAEg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N18vATdfLwEAAAAAAAAAAAAAAAAAAAAAAAAAAAAAAAAAAAAAAAAAAP///wJ/f38AVYY8A8zMzADAwP8Af39/AAAAAAAAAAAAAAAAAAAAAAAAAAAAIQAAABgAAAAUAAAAvzUAAGAnAACVOAAAMCoAAAAAAAAmAAAACAAAAP//////////"/>
                </a:ext>
              </a:extLst>
            </p:cNvSpPr>
            <p:nvPr/>
          </p:nvSpPr>
          <p:spPr>
            <a:xfrm rot="16200000" flipH="1">
              <a:off x="8738870" y="6398895"/>
              <a:ext cx="457200" cy="461010"/>
            </a:xfrm>
            <a:prstGeom prst="rect">
              <a:avLst/>
            </a:prstGeom>
            <a:solidFill>
              <a:schemeClr val="bg1"/>
            </a:solidFill>
            <a:ln>
              <a:noFill/>
            </a:ln>
            <a:effectLst/>
          </p:spPr>
        </p:sp>
      </p:grpSp>
      <p:sp>
        <p:nvSpPr>
          <p:cNvPr id="66"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ICA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BAAAAAmAAAACAAAAP//////////"/>
              </a:ext>
            </a:extLst>
          </p:cNvSpPr>
          <p:nvPr>
            <p:ph type="title"/>
          </p:nvPr>
        </p:nvSpPr>
        <p:spPr>
          <a:xfrm>
            <a:off x="609600" y="274320"/>
            <a:ext cx="10972800" cy="1143000"/>
          </a:xfrm>
          <a:prstGeom prst="rect">
            <a:avLst/>
          </a:prstGeom>
          <a:noFill/>
          <a:ln>
            <a:noFill/>
          </a:ln>
          <a:effectLst/>
        </p:spPr>
        <p:txBody>
          <a:bodyPr vert="horz" wrap="square" numCol="1" spcCol="215900" anchor="ctr">
            <a:prstTxWarp prst="textNoShape">
              <a:avLst/>
            </a:prstTxWarp>
          </a:bodyPr>
          <a:lstStyle/>
          <a:p>
            <a:pPr/>
            <a:r>
              <a:t>Click to edit Master title style</a:t>
            </a:r>
          </a:p>
        </p:txBody>
      </p:sp>
      <p:sp>
        <p:nvSpPr>
          <p:cNvPr id="67"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P8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BAAAAAmAAAACAAAAP//////////"/>
              </a:ext>
            </a:extLst>
          </p:cNvSpPr>
          <p:nvPr>
            <p:ph type="body" idx="1"/>
          </p:nvPr>
        </p:nvSpPr>
        <p:spPr>
          <a:xfrm>
            <a:off x="609600" y="1600200"/>
            <a:ext cx="10972800" cy="4526280"/>
          </a:xfrm>
          <a:prstGeom prst="rect">
            <a:avLst/>
          </a:prstGeom>
          <a:noFill/>
          <a:ln>
            <a:noFill/>
          </a:ln>
          <a:effectLst/>
        </p:spPr>
        <p:txBody>
          <a:bodyPr vert="horz" wrap="square" numCol="1" spcCol="215900" anchor="t">
            <a:prstTxWarp prst="textNoShape">
              <a:avLst/>
            </a:prstTxWarp>
          </a:bodyPr>
          <a:lstStyle/>
          <a:p>
            <a:pPr>
              <a:buFont typeface="Wingdings" pitchFamily="2" charset="2"/>
            </a:pPr>
            <a:r>
              <a:t>Click to edit Master text styles</a:t>
            </a:r>
          </a:p>
          <a:p>
            <a:pPr lvl="1"/>
            <a:r>
              <a:t>Second level</a:t>
            </a:r>
          </a:p>
          <a:p>
            <a:pPr lvl="2">
              <a:buFont typeface="Wingdings" pitchFamily="2" charset="2"/>
            </a:pPr>
            <a:r>
              <a:t>Third level</a:t>
            </a:r>
          </a:p>
          <a:p>
            <a:pPr lvl="3"/>
            <a:r>
              <a:t>Fourth level</a:t>
            </a:r>
          </a:p>
          <a:p>
            <a:pPr lvl="4">
              <a:buFont typeface="Wingdings" pitchFamily="2" charset="2"/>
            </a:pPr>
            <a:r>
              <a:t>Fifth level</a:t>
            </a:r>
          </a:p>
        </p:txBody>
      </p:sp>
      <p:sp>
        <p:nvSpPr>
          <p:cNvPr id="68" name="DateTime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BsnAABAFQAAWSkAABAAAAAmAAAACAAAAP//////////"/>
              </a:ext>
            </a:extLst>
          </p:cNvSpPr>
          <p:nvPr>
            <p:ph type="dt" sz="quarter" idx="2"/>
          </p:nvPr>
        </p:nvSpPr>
        <p:spPr>
          <a:xfrm>
            <a:off x="609600" y="6356985"/>
            <a:ext cx="2844800" cy="364490"/>
          </a:xfrm>
          <a:prstGeom prst="rect">
            <a:avLst/>
          </a:prstGeom>
          <a:noFill/>
          <a:ln>
            <a:noFill/>
          </a:ln>
          <a:effectLst/>
        </p:spPr>
        <p:txBody>
          <a:bodyPr vert="horz" wrap="square" numCol="1" spcCol="215900" anchor="ctr">
            <a:prstTxWarp prst="textNoShape">
              <a:avLst/>
            </a:prstTxWarp>
          </a:bodyPr>
          <a:lstStyle>
            <a:lvl1pPr algn="l">
              <a:defRPr sz="1200" cap="none">
                <a:latin typeface="Segoe UI" pitchFamily="0" charset="0"/>
                <a:ea typeface="SimSun" pitchFamily="0" charset="0"/>
                <a:cs typeface="Times New Roman" pitchFamily="1" charset="0"/>
              </a:defRPr>
            </a:lvl1pPr>
          </a:lstStyle>
          <a:p>
            <a:pPr/>
            <a:fld id="{5E297B2B-65B3-7C8D-FD91-93D835DF0BC6}" type="datetime1">
              <a:t/>
            </a:fld>
          </a:p>
        </p:txBody>
      </p:sp>
      <p:sp>
        <p:nvSpPr>
          <p:cNvPr id="69" name="Foot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Q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BkAABsnAABgMQAAWSkAABAAAAAmAAAACAAAAP//////////"/>
              </a:ext>
            </a:extLst>
          </p:cNvSpPr>
          <p:nvPr>
            <p:ph type="ftr" sz="quarter" idx="3"/>
          </p:nvPr>
        </p:nvSpPr>
        <p:spPr>
          <a:xfrm>
            <a:off x="4165600" y="6356985"/>
            <a:ext cx="3860800" cy="364490"/>
          </a:xfrm>
          <a:prstGeom prst="rect">
            <a:avLst/>
          </a:prstGeom>
          <a:noFill/>
          <a:ln>
            <a:noFill/>
          </a:ln>
          <a:effectLst/>
        </p:spPr>
        <p:txBody>
          <a:bodyPr vert="horz" wrap="square" numCol="1" spcCol="215900" anchor="ctr">
            <a:prstTxWarp prst="textNoShape">
              <a:avLst/>
            </a:prstTxWarp>
          </a:bodyPr>
          <a:lstStyle>
            <a:lvl1pPr algn="ctr">
              <a:defRPr sz="1200" cap="none">
                <a:latin typeface="Segoe UI" pitchFamily="0" charset="0"/>
                <a:ea typeface="SimSun" pitchFamily="0" charset="0"/>
                <a:cs typeface="Times New Roman" pitchFamily="1" charset="0"/>
              </a:defRPr>
            </a:lvl1pPr>
          </a:lstStyle>
          <a:p>
            <a:pPr/>
            <a:r>
              <a:t/>
            </a:r>
          </a:p>
        </p:txBody>
      </p:sp>
      <p:sp>
        <p:nvSpPr>
          <p:cNvPr id="70" name="SlideNumberArea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LIAs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DUAABsnAABARwAAWSkAABAAAAAmAAAACAAAAP//////////"/>
              </a:ext>
            </a:extLst>
          </p:cNvSpPr>
          <p:nvPr>
            <p:ph type="sldNum" sz="quarter" idx="4"/>
          </p:nvPr>
        </p:nvSpPr>
        <p:spPr>
          <a:xfrm>
            <a:off x="8737600" y="6356985"/>
            <a:ext cx="2844800" cy="364490"/>
          </a:xfrm>
          <a:prstGeom prst="rect">
            <a:avLst/>
          </a:prstGeom>
          <a:noFill/>
          <a:ln>
            <a:noFill/>
          </a:ln>
          <a:effectLst/>
        </p:spPr>
        <p:txBody>
          <a:bodyPr vert="horz" wrap="square" numCol="1" spcCol="215900" anchor="ctr">
            <a:prstTxWarp prst="textNoShape">
              <a:avLst/>
            </a:prstTxWarp>
          </a:bodyPr>
          <a:lstStyle>
            <a:lvl1pPr algn="r">
              <a:defRPr sz="1200" cap="none">
                <a:latin typeface="Segoe UI" pitchFamily="0" charset="0"/>
                <a:ea typeface="SimSun" pitchFamily="0" charset="0"/>
                <a:cs typeface="Times New Roman" pitchFamily="1" charset="0"/>
              </a:defRPr>
            </a:lvl1pPr>
          </a:lstStyle>
          <a:p>
            <a:pPr/>
            <a:fld id="{6774BA22-6C8A-214C-C4CC-9A19F48232CF}" type="slidenum">
              <a:t/>
            </a:fld>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marR="0" indent="0" algn="l" defTabSz="449580">
        <a:lnSpc>
          <a:spcPct val="100000"/>
        </a:lnSpc>
        <a:spcBef>
          <a:spcPts val="0"/>
        </a:spcBef>
        <a:spcAft>
          <a:spcPts val="0"/>
        </a:spcAft>
        <a:buNone/>
        <a:tabLst/>
        <a:defRPr sz="4400" b="1" i="0" u="none" strike="noStrike" kern="1" cap="none" spc="0" baseline="0">
          <a:solidFill>
            <a:schemeClr val="tx2"/>
          </a:solidFill>
          <a:effectLst>
            <a:outerShdw dist="63500" dir="3600000" algn="tl" rotWithShape="0">
              <a:srgbClr val="000000">
                <a:alpha val="40000"/>
              </a:srgbClr>
            </a:outerShdw>
          </a:effectLst>
          <a:latin typeface="Segoe UI" pitchFamily="0" charset="0"/>
          <a:ea typeface="Segoe UI" pitchFamily="0" charset="0"/>
          <a:cs typeface="Segoe UI" pitchFamily="0" charset="0"/>
        </a:defRPr>
      </a:lvl1pPr>
      <a:lvl2pPr marL="4572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titleStyle>
    <p:bodyStyle>
      <a:lvl1pPr marL="0" marR="0" indent="0" algn="l" defTabSz="449580">
        <a:lnSpc>
          <a:spcPct val="100000"/>
        </a:lnSpc>
        <a:spcBef>
          <a:spcPts val="0"/>
        </a:spcBef>
        <a:spcAft>
          <a:spcPts val="0"/>
        </a:spcAft>
        <a:buClr>
          <a:schemeClr val="hlink"/>
        </a:buClr>
        <a:buSzTx/>
        <a:buFont typeface="Wingdings" pitchFamily="2" charset="2"/>
        <a:buChar char=""/>
        <a:tabLst/>
        <a:defRPr sz="3200" b="0" i="0" u="none" strike="noStrike" kern="1" cap="none" spc="0" baseline="0">
          <a:solidFill>
            <a:schemeClr val="tx1"/>
          </a:solidFill>
          <a:effectLst/>
          <a:latin typeface="Segoe UI" pitchFamily="0" charset="0"/>
          <a:ea typeface="Segoe UI" pitchFamily="0" charset="0"/>
          <a:cs typeface="Segoe UI" pitchFamily="0" charset="0"/>
        </a:defRPr>
      </a:lvl1pPr>
      <a:lvl2pPr marL="742950" marR="0" indent="-285750" algn="l" defTabSz="449580">
        <a:lnSpc>
          <a:spcPct val="100000"/>
        </a:lnSpc>
        <a:spcBef>
          <a:spcPts val="0"/>
        </a:spcBef>
        <a:spcAft>
          <a:spcPts val="0"/>
        </a:spcAft>
        <a:buClrTx/>
        <a:buSzTx/>
        <a:buFontTx/>
        <a:buChar char="–"/>
        <a:tabLst/>
        <a:defRPr sz="2800" b="0" i="0" u="none" strike="noStrike" kern="1" cap="none" spc="0" baseline="0">
          <a:solidFill>
            <a:schemeClr val="tx1"/>
          </a:solidFill>
          <a:effectLst/>
          <a:latin typeface="Segoe UI" pitchFamily="0" charset="0"/>
          <a:ea typeface="Segoe UI" pitchFamily="0" charset="0"/>
          <a:cs typeface="Segoe UI" pitchFamily="0" charset="0"/>
        </a:defRPr>
      </a:lvl2pPr>
      <a:lvl3pPr marL="914400" marR="0" indent="0" algn="l" defTabSz="449580">
        <a:lnSpc>
          <a:spcPct val="100000"/>
        </a:lnSpc>
        <a:spcBef>
          <a:spcPts val="0"/>
        </a:spcBef>
        <a:spcAft>
          <a:spcPts val="0"/>
        </a:spcAft>
        <a:buClr>
          <a:schemeClr val="hlink"/>
        </a:buClr>
        <a:buSzTx/>
        <a:buFont typeface="Wingdings" pitchFamily="2" charset="2"/>
        <a:buChar char=""/>
        <a:tabLst/>
        <a:defRPr sz="2400" b="0" i="0" u="none" strike="noStrike" kern="1" cap="none" spc="0" baseline="0">
          <a:solidFill>
            <a:schemeClr val="tx1"/>
          </a:solidFill>
          <a:effectLst/>
          <a:latin typeface="Segoe UI" pitchFamily="0" charset="0"/>
          <a:ea typeface="Segoe UI" pitchFamily="0" charset="0"/>
          <a:cs typeface="Segoe UI" pitchFamily="0" charset="0"/>
        </a:defRPr>
      </a:lvl3pPr>
      <a:lvl4pPr marL="1600200" marR="0" indent="-228600" algn="l" defTabSz="449580">
        <a:lnSpc>
          <a:spcPct val="100000"/>
        </a:lnSpc>
        <a:spcBef>
          <a:spcPts val="0"/>
        </a:spcBef>
        <a:spcAft>
          <a:spcPts val="0"/>
        </a:spcAft>
        <a:buClrTx/>
        <a:buSzTx/>
        <a:buFontTx/>
        <a:buChar char="–"/>
        <a:tabLst/>
        <a:defRPr sz="2000" b="0" i="0" u="none" strike="noStrike" kern="1" cap="none" spc="0" baseline="0">
          <a:solidFill>
            <a:schemeClr val="tx1"/>
          </a:solidFill>
          <a:effectLst/>
          <a:latin typeface="Segoe UI" pitchFamily="0" charset="0"/>
          <a:ea typeface="Segoe UI" pitchFamily="0" charset="0"/>
          <a:cs typeface="Segoe UI" pitchFamily="0" charset="0"/>
        </a:defRPr>
      </a:lvl4pPr>
      <a:lvl5pPr marL="1828800" marR="0" indent="0" algn="l" defTabSz="449580">
        <a:lnSpc>
          <a:spcPct val="100000"/>
        </a:lnSpc>
        <a:spcBef>
          <a:spcPts val="0"/>
        </a:spcBef>
        <a:spcAft>
          <a:spcPts val="0"/>
        </a:spcAft>
        <a:buClr>
          <a:schemeClr val="hlink"/>
        </a:buClr>
        <a:buSzTx/>
        <a:buFont typeface="Wingdings" pitchFamily="2" charset="2"/>
        <a:buChar char=""/>
        <a:tabLst/>
        <a:defRPr sz="2000" b="0" i="0" u="none" strike="noStrike" kern="1" cap="none" spc="0" baseline="0">
          <a:solidFill>
            <a:schemeClr val="tx1"/>
          </a:solidFill>
          <a:effectLst/>
          <a:latin typeface="Segoe UI" pitchFamily="0" charset="0"/>
          <a:ea typeface="Segoe UI" pitchFamily="0" charset="0"/>
          <a:cs typeface="Segoe UI" pitchFamily="0" charset="0"/>
        </a:defRPr>
      </a:lvl5pPr>
      <a:lvl6pPr marL="2514600" marR="0" indent="-228600" algn="l" defTabSz="44958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6pPr>
      <a:lvl7pPr marL="2971800" marR="0" indent="-228600" algn="l" defTabSz="44958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7pPr>
      <a:lvl8pPr marL="3429000" marR="0" indent="-228600" algn="l" defTabSz="44958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8pPr>
      <a:lvl9pPr marL="3886200" marR="0" indent="-228600" algn="l" defTabSz="44958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9pPr>
    </p:bodyStyle>
    <p:otherStyle>
      <a:lvl1pPr marL="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4958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oAUAABoNAABgRQAAJhYAAAAAAAAmAAAACAAAAAGAAAAAAAAA"/>
              </a:ext>
            </a:extLst>
          </p:cNvSpPr>
          <p:nvPr>
            <p:ph type="ctrTitle"/>
          </p:nvPr>
        </p:nvSpPr>
        <p:spPr>
          <a:xfrm>
            <a:off x="914400" y="2129790"/>
            <a:ext cx="10363200" cy="1470660"/>
          </a:xfrm>
        </p:spPr>
        <p:txBody>
          <a:bodyPr/>
          <a:lstStyle/>
          <a:p>
            <a:pPr algn="ctr"/>
            <a:r>
              <a:t>AUTOBIOGRAPHY</a:t>
            </a:r>
          </a:p>
        </p:txBody>
      </p:sp>
      <p:sp>
        <p:nvSpPr>
          <p:cNvPr id="3" name="SlideSub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QAsAAOgXAADAPwAAsCIAAAAAAAAmAAAACAAAAAEAAAAAAAAA"/>
              </a:ext>
            </a:extLst>
          </p:cNvSpPr>
          <p:nvPr>
            <p:ph type="subTitle" idx="1"/>
          </p:nvPr>
        </p:nvSpPr>
        <p:spPr>
          <a:xfrm>
            <a:off x="1828800" y="3886200"/>
            <a:ext cx="8534400" cy="1752600"/>
          </a:xfrm>
        </p:spPr>
        <p:txBody>
          <a:bodyPr/>
          <a:lstStyle/>
          <a:p>
            <a:pPr/>
            <a:r>
              <a:t>BRADLEY KAHORO NJUGUNA</a:t>
            </a: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9f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BwbAACtRQAAfSMAAAAAAAAmAAAACAAAAAEAAAAAAAAA"/>
              </a:ext>
            </a:extLst>
          </p:cNvSpPr>
          <p:nvPr>
            <p:ph type="title"/>
          </p:nvPr>
        </p:nvSpPr>
        <p:spPr>
          <a:xfrm>
            <a:off x="963295" y="4406900"/>
            <a:ext cx="10363200" cy="1362075"/>
          </a:xfrm>
        </p:spPr>
        <p:txBody>
          <a:bodyPr/>
          <a:lstStyle/>
          <a:p>
            <a:pPr/>
            <a:r>
              <a:t>The Formative Years</a:t>
            </a:r>
          </a:p>
        </p:txBody>
      </p:sp>
      <p:sp>
        <p:nvSpPr>
          <p:cNvPr id="3" name="SlideText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COnP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OERAACtRQAAHBsAAAAAAAAmAAAACAAAAAEAAAAAAAAA"/>
              </a:ext>
            </a:extLst>
          </p:cNvSpPr>
          <p:nvPr>
            <p:ph type="body" idx="1"/>
          </p:nvPr>
        </p:nvSpPr>
        <p:spPr>
          <a:xfrm>
            <a:off x="963295" y="2906395"/>
            <a:ext cx="10363200" cy="1500505"/>
          </a:xfrm>
        </p:spPr>
        <p:txBody>
          <a:bodyPr/>
          <a:lstStyle/>
          <a:p>
            <a:pPr/>
            <a:r>
              <a:t>CHAPTER 1: </a:t>
            </a:r>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HOME ENVIRONMENT AND VALUES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150000"/>
              </a:lnSpc>
              <a:buNone/>
              <a:defRPr sz="1400" cap="none"/>
            </a:pPr>
            <a:r>
              <a:rPr cap="none">
                <a:latin typeface="Arial" pitchFamily="2" charset="0"/>
                <a:ea typeface="Arial" pitchFamily="2" charset="0"/>
                <a:cs typeface="Arial" pitchFamily="2" charset="0"/>
              </a:rPr>
              <a:t>Growing up in Vineyard Estate, Kitengela, my home environment was defined by a deep sense of order, warmth, and steadfast values. The estate was much more than a physical location; it was a vibrant community where neatly trimmed hedges lined red earth paths and the joyful sounds of children blended with hymns drifting from windows on Sunday mornings. My parents, John and Catherine Njuguna, fostered a household where the importance of family was woven into every meal, conversation, and shared responsibility. The walls displayed family photographs and Bible verses, while the rhythms of prayer, storytelling, and daily chores reinforced a strong Christian faith and Kikuyu heritage. Cleanliness, hard work, and consistency were not just expectations but guiding principles, instilled through my father’s reminder to do everything well and my mother’s evening recitals of Kikuyu proverbs. These traditions nurtured a sense of pride and commitment, shaping my character and providing an ethical foundation that would influence later decisions and behavior.</a:t>
            </a:r>
            <a:endParaRPr cap="none">
              <a:latin typeface="Arial" pitchFamily="2" charset="0"/>
              <a:ea typeface="Arial" pitchFamily="2" charset="0"/>
              <a:cs typeface="Arial" pitchFamily="2" charset="0"/>
            </a:endParaRPr>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ICOnP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EARLY MEMORIES AND CHALLENGES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IAMAANQIAACgRgAArCQAAAAAAAAmAAAACAAAAAEAAAAAAAAA"/>
              </a:ext>
            </a:extLst>
          </p:cNvSpPr>
          <p:nvPr>
            <p:ph type="body" idx="1"/>
          </p:nvPr>
        </p:nvSpPr>
        <p:spPr>
          <a:xfrm>
            <a:off x="508000" y="1435100"/>
            <a:ext cx="10972800" cy="4526280"/>
          </a:xfrm>
        </p:spPr>
        <p:txBody>
          <a:bodyPr/>
          <a:lstStyle/>
          <a:p>
            <a:pPr>
              <a:lnSpc>
                <a:spcPct val="150000"/>
              </a:lnSpc>
              <a:buNone/>
              <a:defRPr sz="1400" cap="none">
                <a:latin typeface="Arial" pitchFamily="2" charset="0"/>
                <a:ea typeface="Arial" pitchFamily="2" charset="0"/>
                <a:cs typeface="Arial" pitchFamily="2" charset="0"/>
              </a:defRPr>
            </a:pPr>
            <a:r>
              <a:t>Early childhood was marked by an immense curiosity and boundless energy, traits that sometimes led to admiration—and other times, to good-natured teasing from family and teachers. I was known for asking endless questions, eager to understand how the world and people around me worked. However, this spirit of exploration often came with its own difficulties; teachers occasionally described me as insistent or disruptive, and my probing nature led to playful ribbing at family gatherings. Alongside intellectual enthusiasm, I coped with personal challenges: being born underweight and struggling with persistent bedwetting well into my primary years. The anxiety and embarrassment of concealing this at boarding school left a significant emotional mark, yet it also fueled a determined resolve—promising myself that resilience could overcome any limitation.</a:t>
            </a:r>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PRIMARY SCHOOL LIFE</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I8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QMAAMsIAAB5RwAAoyQAAAAAAAAmAAAACAAAAAEAAAAAAAAA"/>
              </a:ext>
            </a:extLst>
          </p:cNvSpPr>
          <p:nvPr>
            <p:ph type="body" idx="1"/>
          </p:nvPr>
        </p:nvSpPr>
        <p:spPr>
          <a:xfrm>
            <a:off x="645795" y="1429385"/>
            <a:ext cx="10972800" cy="4526280"/>
          </a:xfrm>
        </p:spPr>
        <p:txBody>
          <a:bodyPr/>
          <a:lstStyle/>
          <a:p>
            <a:pPr>
              <a:lnSpc>
                <a:spcPct val="150000"/>
              </a:lnSpc>
              <a:buNone/>
              <a:defRPr sz="1400" cap="none">
                <a:latin typeface="Arial" pitchFamily="2" charset="0"/>
                <a:ea typeface="Arial" pitchFamily="2" charset="0"/>
                <a:cs typeface="Arial" pitchFamily="2" charset="0"/>
              </a:defRPr>
            </a:pPr>
            <a:r>
              <a:t>Primary school life at Kitengela Ebenezer Junior Academy became a space where academic focus and adaptability were paramount. From Class 4 through Class 8, I consistently ranked among the top students, propelled by high expectations from both teachers and family. The school’s supportive yet competitive atmosphere encouraged me to embrace learning challenges, continually refine my study habits, and take pride in both effort and outcome. Beyond academics, I developed leadership and teamwork as school scout captain and as the football team’s best defender, leading to victories at the county level. Boarding school introduced greater independence and self-reliance, as I navigated communal living, built friendships based on trust, and adapted to new routines. Experiences at scout camps—surviving tough conditions and working through shared hardships—instilled discipline, adaptability, and mental toughness. While academic success sometimes brought jealousy or bullying, I learned to respond with self-control, focusing on personal growth and integrity. Over time, I formed a close-knit group of friends and relied on my siblings for support, understanding that the depth of relationships mattered more than the number. The lessons in resilience, leadership, and the value of genuine companionship learned during these formative years became the bedrock for all future endeavors.</a:t>
            </a:r>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BwbAACtRQAAfSMAAAAAAAAmAAAACAAAAAEAAAAAAAAA"/>
              </a:ext>
            </a:extLst>
          </p:cNvSpPr>
          <p:nvPr>
            <p:ph type="title"/>
          </p:nvPr>
        </p:nvSpPr>
        <p:spPr>
          <a:xfrm>
            <a:off x="963295" y="4406900"/>
            <a:ext cx="10363200" cy="1362075"/>
          </a:xfrm>
        </p:spPr>
        <p:txBody>
          <a:bodyPr/>
          <a:lstStyle/>
          <a:p>
            <a:pPr/>
            <a:r>
              <a:t>University life and the genesis of a developer</a:t>
            </a:r>
          </a:p>
        </p:txBody>
      </p:sp>
      <p:sp>
        <p:nvSpPr>
          <p:cNvPr id="3" name="SlideText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OERAACtRQAAHBsAAAAAAAAmAAAACAAAAAEAAAAAAAAA"/>
              </a:ext>
            </a:extLst>
          </p:cNvSpPr>
          <p:nvPr>
            <p:ph type="body" idx="1"/>
          </p:nvPr>
        </p:nvSpPr>
        <p:spPr>
          <a:xfrm>
            <a:off x="963295" y="2906395"/>
            <a:ext cx="10363200" cy="1500505"/>
          </a:xfrm>
        </p:spPr>
        <p:txBody>
          <a:bodyPr/>
          <a:lstStyle/>
          <a:p>
            <a:pPr/>
            <a:r>
              <a:t>CHAPTER 2:</a:t>
            </a:r>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ACADEMIC CHALLENGES AND SUCCESS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150000"/>
              </a:lnSpc>
              <a:buNone/>
              <a:defRPr sz="1400" cap="none">
                <a:latin typeface="Arial" pitchFamily="2" charset="0"/>
                <a:ea typeface="Arial" pitchFamily="2" charset="0"/>
                <a:cs typeface="Arial" pitchFamily="2" charset="0"/>
              </a:defRPr>
            </a:pPr>
            <a:r>
              <a:t>The transition from high school to university marked a period of both excitement and significant adjustment, particularly in the face of rigorous academic demands. My coursework traversed a wide spectrum of computer science—ranging from advanced Data Structures and Algorithms to Software Engineering methodologies and Database Management—each requiring not just rote memorization but adept critical thinking and problem-solving. The initial semesters presented considerable challenges, including complex assignments, intensive group projects, and demanding theoretical exams that tested my resolve. Persevering through late-night coding sessions and frequent study group discussions, I leaned on the values of hard work, consistency, and perseverance from my upbringing. This disciplined approach paid off—I have maintained a flawless academic record, without a single supplementary exam, underscoring a steady commitment to mastery and the habit of seeking out needed support along the way.</a:t>
            </a:r>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THE FREELANCING HUSTLE</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150000"/>
              </a:lnSpc>
              <a:buNone/>
              <a:defRPr sz="1400" cap="none">
                <a:latin typeface="Arial" pitchFamily="2" charset="0"/>
                <a:ea typeface="Arial" pitchFamily="2" charset="0"/>
                <a:cs typeface="Arial" pitchFamily="2" charset="0"/>
              </a:defRPr>
            </a:pPr>
            <a:r>
              <a:t>Simultaneously, I immersed myself in the world of freelancing, which became a practical avenue for applying classroom knowledge and supplementing my income. I took on diverse web development projects for clients such as local businesses and NGOs, tackling tasks like crafting responsive websites, building secure backend systems, and integrating payment gateways for e-commerce solutions. Navigating the freelancing landscape was both exciting and educational—it improved my client communication, project management, and technical problem-solving. Each completed project bolstered my portfolio and confidence, while challenges and dissatisfied clients taught me the importance of empathy and expectations management. The freelancing experience honed my ability to juggle multiple commitments and enriched my technical and interpersonal skills.</a:t>
            </a:r>
          </a:p>
        </p:txBody>
      </p:sp>
    </p:spTree>
  </p:cSld>
  <p:clrMapOvr>
    <a:masterClrMapping/>
  </p:clrMapOvr>
  <p:timing>
    <p:tnLst>
      <p:par>
        <p:cTn id="1" dur="indefinite" restart="never" nodeType="tmRoot"/>
      </p:par>
    </p:tnLst>
  </p:timing>
</p:sld>
</file>

<file path=ppt/slides/slide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INTERNSHIP EXPERIENCES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150000"/>
              </a:lnSpc>
              <a:buNone/>
              <a:defRPr sz="1400" cap="none">
                <a:latin typeface="Arial" pitchFamily="2" charset="0"/>
                <a:ea typeface="Arial" pitchFamily="2" charset="0"/>
                <a:cs typeface="Arial" pitchFamily="2" charset="0"/>
              </a:defRPr>
            </a:pPr>
            <a:r>
              <a:t>My growth accelerated further through a series of immersive internships, each of which enriched my technical proficiency and professional maturity. At MTEJA (Nov-Dec 2024), I worked on software testing, IT support, and network architecture improvements, evolving my skills in system design and user experience, and benefiting from close mentorship in leadership and strategy. My time at TEACH2GIVE (Feb-Apr 2025) involved participating in Agile development, creating secure REST APIs, managing databases, and deploying backend services with Docker on AWS. Here, I gained valuable training in QA testing, UI/UX design, DevOps practices, and received certification in software development, all under mentorship that sharpened my professional etiquette. Earlier, at TechHold Developers (Jan-Aug 2024), I grew as a full-stack developer by integrating React and Vue frontends with Node.js/Express backends, managing secure payment and authentication systems, optimizing application performance, and collaborating with design teams in Agile sprints. Each internship offered new challenges—like integrating M-PESA payments or optimizing for SEO—that further expanded my practical toolkit and appreciation for collaborative, client-focused delivery.</a:t>
            </a:r>
          </a:p>
        </p:txBody>
      </p:sp>
    </p:spTree>
  </p:cSld>
  <p:clrMapOvr>
    <a:masterClrMapping/>
  </p:clrMapOvr>
  <p:timing>
    <p:tnLst>
      <p:par>
        <p:cTn id="1" dur="indefinite" restart="never" nodeType="tmRoot"/>
      </p:par>
    </p:tnLst>
  </p:timing>
</p:sld>
</file>

<file path=ppt/slides/slide1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M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SKILL DEVELOPMENT</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150000"/>
              </a:lnSpc>
              <a:buNone/>
              <a:defRPr sz="1400" cap="none">
                <a:latin typeface="Arial" pitchFamily="2" charset="0"/>
                <a:ea typeface="Arial" pitchFamily="2" charset="0"/>
                <a:cs typeface="Arial" pitchFamily="2" charset="0"/>
              </a:defRPr>
            </a:pPr>
            <a:r>
              <a:t>Across these endeavors, I continually developed and certified a diverse range of technical and professional skills. My proficiencies span frontend frameworks (HTML, CSS, JavaScript, React, Vue, Angular, Tailwind CSS), backend technologies (Node.js/Express, PHP, Ruby on Rails, Django), and databases (MySQL, PostgreSQL, MongoDB, SQLite, TypeORM). I became adept with DevOps tools like Docker, AWS deployments, Git/GitHub for version control, and best practices in CI/CD pipelines. Networking emerged as an area of special interest—I attained Cisco Certified Networking Associate (CCNA) certifications in modules 1–3, improving my understanding of routing, switching, network security, automation, and troubleshooting. Integrating networking knowledge with software development has fostered a holistic approach to full-stack and systems engineering. Together, the academic challenges, freelancing projects, and varied internships have defined my university journey, equipping me not only with robust technical expertise but also with the confidence, adaptability, and determination central to my identity as a developer.</a:t>
            </a:r>
          </a:p>
        </p:txBody>
      </p:sp>
    </p:spTree>
  </p:cSld>
  <p:clrMapOvr>
    <a:masterClrMapping/>
  </p:clrMapOvr>
  <p:timing>
    <p:tnLst>
      <p:par>
        <p:cTn id="1" dur="indefinite" restart="never" nodeType="tmRoot"/>
      </p:par>
    </p:tnLst>
  </p:timing>
</p:sld>
</file>

<file path=ppt/slides/slide1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g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BwbAACtRQAAfSMAAAAAAAAmAAAACAAAAAEAAAAAAAAA"/>
              </a:ext>
            </a:extLst>
          </p:cNvSpPr>
          <p:nvPr>
            <p:ph type="title"/>
          </p:nvPr>
        </p:nvSpPr>
        <p:spPr>
          <a:xfrm>
            <a:off x="963295" y="4406900"/>
            <a:ext cx="10363200" cy="1362075"/>
          </a:xfrm>
        </p:spPr>
        <p:txBody>
          <a:bodyPr/>
          <a:lstStyle/>
          <a:p>
            <a:pPr/>
            <a:r>
              <a:t>PERSONAL GROWTH AND SELF-DISCOVERY</a:t>
            </a:r>
          </a:p>
        </p:txBody>
      </p:sp>
      <p:sp>
        <p:nvSpPr>
          <p:cNvPr id="3" name="SlideText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OERAACtRQAAHBsAAAAAAAAmAAAACAAAAAEAAAAAAAAA"/>
              </a:ext>
            </a:extLst>
          </p:cNvSpPr>
          <p:nvPr>
            <p:ph type="body" idx="1"/>
          </p:nvPr>
        </p:nvSpPr>
        <p:spPr>
          <a:xfrm>
            <a:off x="963295" y="2906395"/>
            <a:ext cx="10363200" cy="1500505"/>
          </a:xfrm>
        </p:spPr>
        <p:txBody>
          <a:bodyPr/>
          <a:lstStyle/>
          <a:p>
            <a:pPr/>
            <a:r>
              <a:t>CHAPTER 3: </a:t>
            </a:r>
          </a:p>
        </p:txBody>
      </p:sp>
    </p:spTree>
  </p:cSld>
  <p:clrMapOvr>
    <a:masterClrMapping/>
  </p:clrMapOvr>
  <p:timing>
    <p:tnLst>
      <p:par>
        <p:cTn id="1" dur="indefinite" restart="never" nodeType="tmRoot"/>
      </p:par>
    </p:tnLst>
  </p:timing>
</p:sld>
</file>

<file path=ppt/slides/slide1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MANAGING HYPERACTIVITY AND CURIOSITY</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Managing my hyperactivity and curiosity has always been a central theme of my life. From a young age, I was renowned for my boundless energy—constantly moving, exploring, and peppering everyone with questions. While this inquisitiveness sometimes tested the patience of my family and teachers, it was also a source of personal growth. As I realized that my enthusiasm could overwhelm others, I learned to channel my energy inward, sharing my excitement and ideas with a close circle while preserving my curiosity for private reflection and self-directed exploration. This self-regulation allowed my curiosity to remain a powerful, positive force, fueling learning and innovation while helping me to navigate social expectations more thoughtfully.</a:t>
            </a:r>
          </a:p>
        </p:txBody>
      </p:sp>
    </p:spTree>
  </p:cSld>
  <p:clrMapOvr>
    <a:masterClrMapping/>
  </p:clrMapOvr>
  <p:timing>
    <p:tnLst>
      <p:par>
        <p:cTn id="1" dur="indefinite" restart="never" nodeType="tmRoot"/>
      </p:par>
    </p:tnLst>
  </p:timing>
</p:sld>
</file>

<file path=ppt/slides/slide1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o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DEALING WITH ADVERSITY</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Dealing with adversity, particularly in school, was an equally formative experience. Academic success marked me out, bringing not only recognition but also unwanted attention, such as teasing or exclusion from some peer groups. These experiences taught me to guard my emotions, assess social dynamics carefully, and build resilience in the face of criticism and isolation. Instead of responding with confrontation, I prioritized harmony and learned to rely on a few deeply trusted friends. These challenges forged my ability to withstand social pressure, developed my emotional intelligence, and taught me the value of forgiveness and discernment in relationships.</a:t>
            </a:r>
          </a:p>
        </p:txBody>
      </p:sp>
    </p:spTree>
  </p:cSld>
  <p:clrMapOvr>
    <a:masterClrMapping/>
  </p:clrMapOvr>
  <p:timing>
    <p:tnLst>
      <p:par>
        <p:cTn id="1" dur="indefinite" restart="never" nodeType="tmRoot"/>
      </p:par>
    </p:tnLst>
  </p:timing>
</p:sld>
</file>

<file path=ppt/slides/slide1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POWER OF SELF-DISCIPLINE AND SELF-LEARNING</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The power of self-discipline and self-learning emerged as I embraced solitude, turning isolation into a strategic advantage. Rather than seeking validation in large, bustling groups, I created my own routines and learning goals, often exploring subjects far beyond classroom requirements. My focus on personal projects and continuous upskilling led to rapid growth, as I actively sought out online resources, delved into new programming languages, and tackled independent challenges. Freed from anxieties about competition or external affirmation, I found that self-discipline and intrinsic motivation propelled me further than any formal structure could.</a:t>
            </a:r>
          </a:p>
        </p:txBody>
      </p:sp>
    </p:spTree>
  </p:cSld>
  <p:clrMapOvr>
    <a:masterClrMapping/>
  </p:clrMapOvr>
  <p:timing>
    <p:tnLst>
      <p:par>
        <p:cTn id="1" dur="indefinite" restart="never" nodeType="tmRoot"/>
      </p:par>
    </p:tnLst>
  </p:timing>
</p:sld>
</file>

<file path=ppt/slides/slide1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ROLE OF FAITH AND VALUES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Font typeface="Wingdings" pitchFamily="2" charset="2"/>
              <a:defRPr sz="1400" cap="none">
                <a:latin typeface="Arial" pitchFamily="2" charset="0"/>
                <a:ea typeface="Arial" pitchFamily="2" charset="0"/>
                <a:cs typeface="Arial" pitchFamily="2" charset="0"/>
              </a:defRPr>
            </a:pPr>
            <a:r>
              <a:t>At the core of my approach has been faith and values, shaped by a devout upbringing. Christian principles like integrity, honesty, and compassion were ever-present, guiding my decisions, ambitions, and responses to challenges. Faith became a foundation for humility in success, resilience in setbacks, and the fortitude to navigate ethical dilemmas. Whether facing peer pressure or difficult choices, my belief system offered clarity and the courage to stand by my convictions, supporting both my personal and professional growth.</a:t>
            </a:r>
          </a:p>
        </p:txBody>
      </p:sp>
    </p:spTree>
  </p:cSld>
  <p:clrMapOvr>
    <a:masterClrMapping/>
  </p:clrMapOvr>
  <p:timing>
    <p:tnLst>
      <p:par>
        <p:cTn id="1" dur="indefinite" restart="never" nodeType="tmRoot"/>
      </p:par>
    </p:tnLst>
  </p:timing>
</p:sld>
</file>

<file path=ppt/slides/slide1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CHARACTER TRAITS FORGED IN ADVERSITY AND REFLECTION</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Reflecting on my journey, I see how adversity and introspection have molded my core character traits. My persistent curiosity and energy continue to fuel creative pursuits and disciplined routines. Years of structured self-imposed goals have ingrained a strong work ethic and self-discipline, while the lessons about order from home influence my approach to projects and teamwork. I have developed an ambiverted nature—comfortable in both solitude and group leadership. Even through setbacks, I remain naturally optimistic and adaptable, striking a balance between action and thoughtful reflection. These traits are the product of relentless feedback, effort, and personal evolution in response to challenges.</a:t>
            </a:r>
          </a:p>
          <a:p>
            <a:pPr>
              <a:lnSpc>
                <a:spcPct val="200000"/>
              </a:lnSpc>
              <a:buNone/>
              <a:defRPr sz="1400" cap="none">
                <a:latin typeface="Arial" pitchFamily="2" charset="0"/>
                <a:ea typeface="Arial" pitchFamily="2" charset="0"/>
                <a:cs typeface="Arial" pitchFamily="2" charset="0"/>
              </a:defRPr>
            </a:pPr>
          </a:p>
          <a:p>
            <a:pPr>
              <a:lnSpc>
                <a:spcPct val="200000"/>
              </a:lnSpc>
              <a:buNone/>
              <a:defRPr sz="1400" cap="none">
                <a:latin typeface="Arial" pitchFamily="2" charset="0"/>
                <a:ea typeface="Arial" pitchFamily="2" charset="0"/>
                <a:cs typeface="Arial" pitchFamily="2" charset="0"/>
              </a:defRPr>
            </a:pPr>
          </a:p>
        </p:txBody>
      </p:sp>
    </p:spTree>
  </p:cSld>
  <p:clrMapOvr>
    <a:masterClrMapping/>
  </p:clrMapOvr>
  <p:timing>
    <p:tnLst>
      <p:par>
        <p:cTn id="1" dur="indefinite" restart="never" nodeType="tmRoot"/>
      </p:par>
    </p:tnLst>
  </p:timing>
</p:sld>
</file>

<file path=ppt/slides/slide1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THE ONGOING JOURNEY OF SELF-GROWTH</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Mo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Continuous growth is not a destination, but an ongoing journey. Every new endeavor, relationship, and obstacle reminds me that self-improvement is lifelong. I strive each day to harmonize curiosity with empathy, resilience with openness, and disciplined ambition with the flexibility to adapt. My pursuit is not only to become a better developer or student, but to grow as a compassionate friend, attentive family member, and engaged community participant. Embracing both change and the steady hope for progress, I commit to becoming better—one day at a time.</a:t>
            </a:r>
          </a:p>
        </p:txBody>
      </p:sp>
    </p:spTree>
  </p:cSld>
  <p:clrMapOvr>
    <a:masterClrMapping/>
  </p:clrMapOvr>
  <p:timing>
    <p:tnLst>
      <p:par>
        <p:cTn id="1" dur="indefinite" restart="never" nodeType="tmRoot"/>
      </p:par>
    </p:tnLst>
  </p:timing>
</p:sld>
</file>

<file path=ppt/slides/slide1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KBZ2+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BwbAACtRQAAfSMAAAAAAAAmAAAACAAAAAEAAAAAAAAA"/>
              </a:ext>
            </a:extLst>
          </p:cNvSpPr>
          <p:nvPr>
            <p:ph type="title"/>
          </p:nvPr>
        </p:nvSpPr>
        <p:spPr>
          <a:xfrm>
            <a:off x="963295" y="4406900"/>
            <a:ext cx="10363200" cy="1362075"/>
          </a:xfrm>
        </p:spPr>
        <p:txBody>
          <a:bodyPr/>
          <a:lstStyle/>
          <a:p>
            <a:pPr/>
            <a:r>
              <a:t>Cultural identity and values</a:t>
            </a:r>
          </a:p>
        </p:txBody>
      </p:sp>
      <p:sp>
        <p:nvSpPr>
          <p:cNvPr id="3" name="SlideText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B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OERAACtRQAAHBsAAAAAAAAmAAAACAAAAAEAAAAAAAAA"/>
              </a:ext>
            </a:extLst>
          </p:cNvSpPr>
          <p:nvPr>
            <p:ph type="body" idx="1"/>
          </p:nvPr>
        </p:nvSpPr>
        <p:spPr>
          <a:xfrm>
            <a:off x="963295" y="2906395"/>
            <a:ext cx="10363200" cy="1500505"/>
          </a:xfrm>
        </p:spPr>
        <p:txBody>
          <a:bodyPr/>
          <a:lstStyle/>
          <a:p>
            <a:pPr/>
            <a:r>
              <a:t>CHAPTER 4:</a:t>
            </a:r>
          </a:p>
        </p:txBody>
      </p:sp>
    </p:spTree>
  </p:cSld>
  <p:clrMapOvr>
    <a:masterClrMapping/>
  </p:clrMapOvr>
  <p:timing>
    <p:tnLst>
      <p:par>
        <p:cTn id="1" dur="indefinite" restart="never" nodeType="tmRoot"/>
      </p:par>
    </p:tnLst>
  </p:timing>
</p:sld>
</file>

<file path=ppt/slides/slide1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GQ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EMBRACING MY KIKUYU IDENTITY</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Embracing my Kikuyu identity has never been a mere checkbox or a nominal label—it is an active, deeply rooted connection to my ancestry and community. Being Kikuyu means carrying with me a living heritage passed down from generations who tilled the red soils of Central Kenya and wove their stories, wisdom, and accomplishments into the fabric of family life. This sense of identity brings a powerful feeling of belonging; each personal milestone feels like a continuation of collective achievements, and every mistake reflects not just on the individual, but on the lineage as a whole. Family gatherings and clan events were not just routine get-togethers but living reminders that my identity is part of a larger, enduring narrative. Wherever I go, I am anchored by the stories, proverbs, and worldview that mark me as unmistakably Kikuyu.</a:t>
            </a:r>
          </a:p>
        </p:txBody>
      </p:sp>
    </p:spTree>
  </p:cSld>
  <p:clrMapOvr>
    <a:masterClrMapping/>
  </p:clrMapOvr>
  <p:timing>
    <p:tnLst>
      <p:par>
        <p:cTn id="1" dur="indefinite" restart="never" nodeType="tmRoot"/>
      </p:par>
    </p:tnLst>
  </p:timing>
</p:sld>
</file>

<file path=ppt/slides/slide2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GD8IQ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PARENTAL INFLUENCE ON CULTURE</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9f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The cultural foundations in my life were laid by my parents, each contributing in distinct and profound ways. My father, John Njuguna, was the vigilant steward of our traditions—a guide who separated valuable customs from outdated practices with thoughtful discernment. He ensured that rituals, language, and family ceremonies were maintained, but always encouraged honoring tradition for the wisdom it offered, not for blind adherence. He led important family rites, explained ancestral proverbs, and demonstrated that it is possible to balance the richness of heritage with the practicality of modern life. My mother, Catherine Njuguna, brought culture alive through her storytelling. Her captivating retellings of Kikuyu folklore around the evening lamp were more than entertainment; they were a method of imparting lessons about right and wrong, resilience, generosity, and humility. Each tale was a subtle guide for living, reinforcing values in a way both memorable and meaningful.</a:t>
            </a:r>
          </a:p>
        </p:txBody>
      </p:sp>
    </p:spTree>
  </p:cSld>
  <p:clrMapOvr>
    <a:masterClrMapping/>
  </p:clrMapOvr>
  <p:timing>
    <p:tnLst>
      <p:par>
        <p:cTn id="1" dur="indefinite" restart="never" nodeType="tmRoot"/>
      </p:par>
    </p:tnLst>
  </p:timing>
</p:sld>
</file>

<file path=ppt/slides/slide2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B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CULTURAL RITES AND THEIR LIFE LESSONS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DdfL/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Font typeface="Wingdings" pitchFamily="2" charset="2"/>
              <a:defRPr sz="1400" cap="none">
                <a:latin typeface="Arial" pitchFamily="2" charset="0"/>
                <a:ea typeface="Arial" pitchFamily="2" charset="0"/>
                <a:cs typeface="Arial" pitchFamily="2" charset="0"/>
              </a:defRPr>
            </a:pPr>
            <a:r>
              <a:t>Cultural rituals brought these values into focus, transforming abstract ideas into lived experience. Key moments, such as the rite of circumcision for boys, became passages from childhood to adulthood—accompanied by stories and encouragement from elders. These rituals taught courage, dignity, and an unwavering sense of responsibility to one’s family and community. Other ceremonies—like naming rituals, weddings, or seasonal blessings—reinforced the importance of humility, respect for elders, and patience. These traditions provided life lessons in empathy and resilience that transcended anything taught in a formal classroom.</a:t>
            </a:r>
          </a:p>
        </p:txBody>
      </p:sp>
    </p:spTree>
  </p:cSld>
  <p:clrMapOvr>
    <a:masterClrMapping/>
  </p:clrMapOvr>
  <p:timing>
    <p:tnLst>
      <p:par>
        <p:cTn id="1" dur="indefinite" restart="never" nodeType="tmRoot"/>
      </p:par>
    </p:tnLst>
  </p:timing>
</p:sld>
</file>

<file path=ppt/slides/slide2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9f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IMPORTANCE OF CULTURE</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B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Culture, both in my family and in the wider Kikuyu community, has always been a dynamic and guiding force. It shaped interpersonal relationships, prescribed roles based on family structure, and ingrained morality through everyday practices, proverbs, and regular rituals. Through culture, I internalized that one’s character and ethical outlook are shaped within a community—through both the traditions we inherit and those we adapt or renew as times change. Even as modern influences entered our lives through school or media, the values rooted in Kikuyu traditions—honesty, patience, and integrity—remained the foundation of my moral compass and personal identity.</a:t>
            </a:r>
          </a:p>
        </p:txBody>
      </p:sp>
    </p:spTree>
  </p:cSld>
  <p:clrMapOvr>
    <a:masterClrMapping/>
  </p:clrMapOvr>
  <p:timing>
    <p:tnLst>
      <p:par>
        <p:cTn id="1" dur="indefinite" restart="never" nodeType="tmRoot"/>
      </p:par>
    </p:tnLst>
  </p:timing>
</p:sld>
</file>

<file path=ppt/slides/slide2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BwbAACtRQAAfSMAAAAAAAAmAAAACAAAAAEAAAAAAAAA"/>
              </a:ext>
            </a:extLst>
          </p:cNvSpPr>
          <p:nvPr>
            <p:ph type="title"/>
          </p:nvPr>
        </p:nvSpPr>
        <p:spPr>
          <a:xfrm>
            <a:off x="963295" y="4406900"/>
            <a:ext cx="10363200" cy="1362075"/>
          </a:xfrm>
        </p:spPr>
        <p:txBody>
          <a:bodyPr/>
          <a:lstStyle/>
          <a:p>
            <a:pPr/>
            <a:r>
              <a:t>Aspirations and visions for the future</a:t>
            </a:r>
          </a:p>
        </p:txBody>
      </p:sp>
      <p:sp>
        <p:nvSpPr>
          <p:cNvPr id="3" name="SlideText1"/>
          <p:cNvSpPr>
            <a:spLocks noGrp="1" noChangeArrowheads="1"/>
            <a:extLst>
              <a:ext uri="smNativeData">
                <pr:smNativeData xmlns:pr="smNativeData" xmlns="smNativeData" val="SMDATA_15_PI6GaBMAAAAlAAAAZAAAAA8BAAAAkAAAAEgAAACQAAAASAAAAAAAAAAC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7QUAAOERAACtRQAAHBsAAAAAAAAmAAAACAAAAAEAAAAAAAAA"/>
              </a:ext>
            </a:extLst>
          </p:cNvSpPr>
          <p:nvPr>
            <p:ph type="body" idx="1"/>
          </p:nvPr>
        </p:nvSpPr>
        <p:spPr>
          <a:xfrm>
            <a:off x="963295" y="2906395"/>
            <a:ext cx="10363200" cy="1500505"/>
          </a:xfrm>
        </p:spPr>
        <p:txBody>
          <a:bodyPr/>
          <a:lstStyle/>
          <a:p>
            <a:pPr/>
            <a:r>
              <a:t>CHAPTER 5:</a:t>
            </a:r>
          </a:p>
        </p:txBody>
      </p:sp>
    </p:spTree>
  </p:cSld>
  <p:clrMapOvr>
    <a:masterClrMapping/>
  </p:clrMapOvr>
  <p:timing>
    <p:tnLst>
      <p:par>
        <p:cTn id="1" dur="indefinite" restart="never" nodeType="tmRoot"/>
      </p:par>
    </p:tnLst>
  </p:timing>
</p:sld>
</file>

<file path=ppt/slides/slide2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PERSONAL AMBITIONS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My personal ambitions revolve around a quest for deeper wisdom that encompasses both intellectual growth and emotional intelligence. I define wisdom as the capacity to look past the obvious, anticipate long-term effects, and make decisions that blend compassion with sound reasoning. I am especially motivated to enhance my social skills—learning to navigate relationships with greater empathy and authenticity. At the heart of these ambitions lies a commitment to strengthening family ties, prioritizing meaningful conversations, mutual support, and the preservation of our shared traditions.</a:t>
            </a:r>
          </a:p>
        </p:txBody>
      </p:sp>
    </p:spTree>
  </p:cSld>
  <p:clrMapOvr>
    <a:masterClrMapping/>
  </p:clrMapOvr>
  <p:timing>
    <p:tnLst>
      <p:par>
        <p:cTn id="1" dur="indefinite" restart="never" nodeType="tmRoot"/>
      </p:par>
    </p:tnLst>
  </p:timing>
</p:sld>
</file>

<file path=ppt/slides/slide2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k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PROFESSIONAL AMBITIONS</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Professionally, I aspire to launch and nurture a tech startup that stands out not just for its commercial success but for its commitment to innovation and meaningful impact. My goal is to develop solutions tailored to real challenges within African communities, leveraging local talent and contributing to the continent’s economic progress. Building a company from the ground up—shepherding ideas into viable products, assembling visionary teams, and ultimately striving to reach, or even surpass, the level of established industry leaders—is a driving force behind my work. Throughout, I intend to maintain ethical integrity and a strong sense of social purpose.</a:t>
            </a:r>
          </a:p>
        </p:txBody>
      </p:sp>
    </p:spTree>
  </p:cSld>
  <p:clrMapOvr>
    <a:masterClrMapping/>
  </p:clrMapOvr>
  <p:timing>
    <p:tnLst>
      <p:par>
        <p:cTn id="1" dur="indefinite" restart="never" nodeType="tmRoot"/>
      </p:par>
    </p:tnLst>
  </p:timing>
</p:sld>
</file>

<file path=ppt/slides/slide2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IMPACT AND CONTRIBUTION</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The pursuit of continuous professional development is central to my career journey. Every project, client interaction, and piece of feedback serves as an opportunity for growth—not just in technical areas like software architecture, data security, and system scalability, but also in communication, management, and client relations. I make it a habit to seek feedback, embrace constructive criticism, and stay informed about the latest technological trends, with the aim of being recognized as not only a skilled developer but also a trusted and respected professional partner.</a:t>
            </a:r>
          </a:p>
          <a:p>
            <a:pPr>
              <a:lnSpc>
                <a:spcPct val="200000"/>
              </a:lnSpc>
              <a:buNone/>
              <a:defRPr sz="1400" cap="none">
                <a:latin typeface="Arial" pitchFamily="2" charset="0"/>
                <a:ea typeface="Arial" pitchFamily="2" charset="0"/>
                <a:cs typeface="Arial" pitchFamily="2" charset="0"/>
              </a:defRPr>
            </a:pPr>
          </a:p>
          <a:p>
            <a:pPr>
              <a:lnSpc>
                <a:spcPct val="200000"/>
              </a:lnSpc>
              <a:buNone/>
              <a:defRPr sz="1400" cap="none">
                <a:latin typeface="Arial" pitchFamily="2" charset="0"/>
                <a:ea typeface="Arial" pitchFamily="2" charset="0"/>
                <a:cs typeface="Arial" pitchFamily="2" charset="0"/>
              </a:defRPr>
            </a:pPr>
            <a:r>
              <a:t>Beyond personal achievement, I measure true success by the positive, lasting influence I have on my clients, colleagues, and community. The knowledge that my work has solved real problems, empowered organizations, and uplifted individuals is what brings me the greatest fulfillment. I strive to use technology as a catalyst for good—paving the way for others the same way mentors and role models have supported me.</a:t>
            </a:r>
          </a:p>
        </p:txBody>
      </p:sp>
    </p:spTree>
  </p:cSld>
  <p:clrMapOvr>
    <a:masterClrMapping/>
  </p:clrMapOvr>
  <p:timing>
    <p:tnLst>
      <p:par>
        <p:cTn id="1" dur="indefinite" restart="never" nodeType="tmRoot"/>
      </p:par>
    </p:tnLst>
  </p:timing>
</p:sld>
</file>

<file path=ppt/slides/slide2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PI6GaBMAAAAlAAAAZAAAAA8BAAAAkAAAAEgAAACQAAAASAAAAAAAAAAB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LABAABARwAAuAgAAAAAAAAmAAAACAAAAAEAAAAAAAAA"/>
              </a:ext>
            </a:extLst>
          </p:cNvSpPr>
          <p:nvPr>
            <p:ph type="title"/>
          </p:nvPr>
        </p:nvSpPr>
        <p:spPr>
          <a:xfrm>
            <a:off x="609600" y="274320"/>
            <a:ext cx="10972800" cy="1143000"/>
          </a:xfrm>
        </p:spPr>
        <p:txBody>
          <a:bodyPr/>
          <a:lstStyle/>
          <a:p>
            <a:pPr/>
            <a:r>
              <a:t>LONG-TERM VISION</a:t>
            </a:r>
          </a:p>
        </p:txBody>
      </p:sp>
      <p:sp>
        <p:nvSpPr>
          <p:cNvPr id="3" name="SlideText1"/>
          <p:cNvSpPr>
            <a:spLocks noGrp="1" noChangeArrowheads="1"/>
            <a:extLst>
              <a:ext uri="smNativeData">
                <pr:smNativeData xmlns:pr="smNativeData" xmlns="smNativeData" val="SMDATA_15_PI6GaBMAAAAlAAAAZAAAAA8BAAAAkAAAAEgAAACQAAAASAAAAAAAAAAAAAAAAAAAAAEAAABQAAAAAAAAAAAA4D8AAAAAAADgPwAAAAAAAOA/AAAAAAAA4D8AAAAAAADgPwAAAAAAAOA/AAAAAAAA4D8AAAAAAADgPwAAAAAAAOA/AAAAAAAA4D8CAAAAjAAAAAAAAAAAAAAAAMxmDDdfLw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BVhjwKAAAAACgAAAAoAAAAZAAAAGQAAAAAAAAAzMzMAAAAAABQAAAAUAAAAGQAAABkAAAAAAAAABcAAAAUAAAAAAAAAAAAAAD/fwAA/38AAAAAAAAJAAAABAAAACk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MxmBTdfLwEAAAAAAAAAAAAAAAAAAAAAAAAAAAAAAAAAAAAAAAAAAP///wJ/f38AVYY8A8zMzADAwP8Af39/AAAAAAAAAAAAAAAAAAAAAAAAAAAAIQAAABgAAAAUAAAAwAMAANgJAABARwAAsCUAAAAAAAAmAAAACAAAAAEAAAAAAAAA"/>
              </a:ext>
            </a:extLst>
          </p:cNvSpPr>
          <p:nvPr>
            <p:ph type="body" idx="1"/>
          </p:nvPr>
        </p:nvSpPr>
        <p:spPr>
          <a:xfrm>
            <a:off x="609600" y="1600200"/>
            <a:ext cx="10972800" cy="4526280"/>
          </a:xfrm>
        </p:spPr>
        <p:txBody>
          <a:bodyPr/>
          <a:lstStyle/>
          <a:p>
            <a:pPr>
              <a:lnSpc>
                <a:spcPct val="200000"/>
              </a:lnSpc>
              <a:buNone/>
              <a:defRPr sz="1400" cap="none">
                <a:latin typeface="Arial" pitchFamily="2" charset="0"/>
                <a:ea typeface="Arial" pitchFamily="2" charset="0"/>
                <a:cs typeface="Arial" pitchFamily="2" charset="0"/>
              </a:defRPr>
            </a:pPr>
            <a:r>
              <a:t>Looking to the future, my long-term vision merges personal achievement with collective progress. I aim to build not just a successful enterprise, but a dynamic ecosystem that mentors young people, champions entrepreneurship, sponsors community initiatives, and upholds the highest standards of technical and ethical practice. My goal is to launch products and services that make a real difference—improving access to education, healthcare, and opportunities for digital inclusion. Ultimately, I hope my legacy will be measured by the lives transformed, the opportunities created for underrepresented groups in tech, and a reputation for excellence, reliability, and social impact—leaving a trail for others to follow and showing that ambitious dreams, though challenging, are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FFFFFF"/>
      </a:dk1>
      <a:lt1>
        <a:srgbClr val="375F2F"/>
      </a:lt1>
      <a:dk2>
        <a:srgbClr val="EBF8DE"/>
      </a:dk2>
      <a:lt2>
        <a:srgbClr val="55863C"/>
      </a:lt2>
      <a:accent1>
        <a:srgbClr val="00CC66"/>
      </a:accent1>
      <a:accent2>
        <a:srgbClr val="8EAC66"/>
      </a:accent2>
      <a:accent3>
        <a:srgbClr val="535379"/>
      </a:accent3>
      <a:accent4>
        <a:srgbClr val="737359"/>
      </a:accent4>
      <a:accent5>
        <a:srgbClr val="939339"/>
      </a:accent5>
      <a:accent6>
        <a:srgbClr val="B3B319"/>
      </a:accent6>
      <a:hlink>
        <a:srgbClr val="B4EF7F"/>
      </a:hlink>
      <a:folHlink>
        <a:srgbClr val="F8F6AC"/>
      </a:folHlink>
    </a:clrScheme>
    <a:fontScheme name="Presentation">
      <a:majorFont>
        <a:latin typeface="Segoe UI"/>
        <a:ea typeface="Segoe UI"/>
        <a:cs typeface="Segoe UI"/>
      </a:majorFont>
      <a:minorFont>
        <a:latin typeface="Segoe UI"/>
        <a:ea typeface="Segoe UI"/>
        <a:cs typeface="Segoe U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FFFFFF"/>
        </a:dk1>
        <a:lt1>
          <a:srgbClr val="375F2F"/>
        </a:lt1>
        <a:dk2>
          <a:srgbClr val="EBF8DE"/>
        </a:dk2>
        <a:lt2>
          <a:srgbClr val="55863C"/>
        </a:lt2>
        <a:accent1>
          <a:srgbClr val="00CC66"/>
        </a:accent1>
        <a:accent2>
          <a:srgbClr val="8EAC66"/>
        </a:accent2>
        <a:accent3>
          <a:srgbClr val="535379"/>
        </a:accent3>
        <a:accent4>
          <a:srgbClr val="737359"/>
        </a:accent4>
        <a:accent5>
          <a:srgbClr val="939339"/>
        </a:accent5>
        <a:accent6>
          <a:srgbClr val="B3B319"/>
        </a:accent6>
        <a:hlink>
          <a:srgbClr val="B4EF7F"/>
        </a:hlink>
        <a:folHlink>
          <a:srgbClr val="F8F6AC"/>
        </a:folHlink>
      </a:clrScheme>
      <a:clrMap bg1="lt1" tx1="dk1" bg2="lt2" tx2="dk2" accent1="accent1" accent2="accent2" accent3="accent3" accent4="accent4" accent5="accent5" accent6="accent6" hlink="hlink" folHlink="folHlink"/>
    </a:extraClrScheme>
    <a:extraClrScheme>
      <a:clrScheme name="Presentation 2">
        <a:dk1>
          <a:srgbClr val="FFFFFF"/>
        </a:dk1>
        <a:lt1>
          <a:srgbClr val="000066"/>
        </a:lt1>
        <a:dk2>
          <a:srgbClr val="EAEAEA"/>
        </a:dk2>
        <a:lt2>
          <a:srgbClr val="000099"/>
        </a:lt2>
        <a:accent1>
          <a:srgbClr val="66CCFF"/>
        </a:accent1>
        <a:accent2>
          <a:srgbClr val="0066FF"/>
        </a:accent2>
        <a:accent3>
          <a:srgbClr val="535379"/>
        </a:accent3>
        <a:accent4>
          <a:srgbClr val="737359"/>
        </a:accent4>
        <a:accent5>
          <a:srgbClr val="939339"/>
        </a:accent5>
        <a:accent6>
          <a:srgbClr val="B3B319"/>
        </a:accent6>
        <a:hlink>
          <a:srgbClr val="FFFFCC"/>
        </a:hlink>
        <a:folHlink>
          <a:srgbClr val="99CC00"/>
        </a:folHlink>
      </a:clrScheme>
      <a:clrMap bg1="lt1" tx1="dk1" bg2="lt2" tx2="dk2" accent1="accent1" accent2="accent2" accent3="accent3" accent4="accent4" accent5="accent5" accent6="accent6" hlink="hlink" folHlink="folHlink"/>
    </a:extraClrScheme>
    <a:extraClrScheme>
      <a:clrScheme name="Presentation 3">
        <a:dk1>
          <a:srgbClr val="FFFFFF"/>
        </a:dk1>
        <a:lt1>
          <a:srgbClr val="4B0096"/>
        </a:lt1>
        <a:dk2>
          <a:srgbClr val="CDD7DF"/>
        </a:dk2>
        <a:lt2>
          <a:srgbClr val="6600CC"/>
        </a:lt2>
        <a:accent1>
          <a:srgbClr val="9999FF"/>
        </a:accent1>
        <a:accent2>
          <a:srgbClr val="7850BA"/>
        </a:accent2>
        <a:accent3>
          <a:srgbClr val="535379"/>
        </a:accent3>
        <a:accent4>
          <a:srgbClr val="737359"/>
        </a:accent4>
        <a:accent5>
          <a:srgbClr val="939339"/>
        </a:accent5>
        <a:accent6>
          <a:srgbClr val="B3B319"/>
        </a:accent6>
        <a:hlink>
          <a:srgbClr val="FFFFFF"/>
        </a:hlink>
        <a:folHlink>
          <a:srgbClr val="0796B3"/>
        </a:folHlink>
      </a:clrScheme>
      <a:clrMap bg1="lt1" tx1="dk1" bg2="lt2" tx2="dk2" accent1="accent1" accent2="accent2" accent3="accent3" accent4="accent4" accent5="accent5" accent6="accent6" hlink="hlink" folHlink="folHlink"/>
    </a:extraClrScheme>
    <a:extraClrScheme>
      <a:clrScheme name="Presentation 4">
        <a:dk1>
          <a:srgbClr val="FFFFFF"/>
        </a:dk1>
        <a:lt1>
          <a:srgbClr val="486768"/>
        </a:lt1>
        <a:dk2>
          <a:srgbClr val="DDDDDD"/>
        </a:dk2>
        <a:lt2>
          <a:srgbClr val="588073"/>
        </a:lt2>
        <a:accent1>
          <a:srgbClr val="33CCCC"/>
        </a:accent1>
        <a:accent2>
          <a:srgbClr val="008871"/>
        </a:accent2>
        <a:accent3>
          <a:srgbClr val="535379"/>
        </a:accent3>
        <a:accent4>
          <a:srgbClr val="737359"/>
        </a:accent4>
        <a:accent5>
          <a:srgbClr val="939339"/>
        </a:accent5>
        <a:accent6>
          <a:srgbClr val="B3B319"/>
        </a:accent6>
        <a:hlink>
          <a:srgbClr val="00CC99"/>
        </a:hlink>
        <a:folHlink>
          <a:srgbClr val="A8A8A8"/>
        </a:folHlink>
      </a:clrScheme>
      <a:clrMap bg1="lt1" tx1="dk1" bg2="lt2" tx2="dk2" accent1="accent1" accent2="accent2" accent3="accent3" accent4="accent4" accent5="accent5" accent6="accent6" hlink="hlink" folHlink="folHlink"/>
    </a:extraClrScheme>
    <a:extraClrScheme>
      <a:clrScheme name="Presentation 5">
        <a:dk1>
          <a:srgbClr val="FFFFFF"/>
        </a:dk1>
        <a:lt1>
          <a:srgbClr val="575863"/>
        </a:lt1>
        <a:dk2>
          <a:srgbClr val="FFFFCC"/>
        </a:dk2>
        <a:lt2>
          <a:srgbClr val="6B6C75"/>
        </a:lt2>
        <a:accent1>
          <a:srgbClr val="677481"/>
        </a:accent1>
        <a:accent2>
          <a:srgbClr val="697E5E"/>
        </a:accent2>
        <a:accent3>
          <a:srgbClr val="535379"/>
        </a:accent3>
        <a:accent4>
          <a:srgbClr val="737359"/>
        </a:accent4>
        <a:accent5>
          <a:srgbClr val="939339"/>
        </a:accent5>
        <a:accent6>
          <a:srgbClr val="B3B319"/>
        </a:accent6>
        <a:hlink>
          <a:srgbClr val="E9E77F"/>
        </a:hlink>
        <a:folHlink>
          <a:srgbClr val="D3A44F"/>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C4D6BE"/>
        </a:lt1>
        <a:dk2>
          <a:srgbClr val="339966"/>
        </a:dk2>
        <a:lt2>
          <a:srgbClr val="EFFBF0"/>
        </a:lt2>
        <a:accent1>
          <a:srgbClr val="DDDDDD"/>
        </a:accent1>
        <a:accent2>
          <a:srgbClr val="CCFF99"/>
        </a:accent2>
        <a:accent3>
          <a:srgbClr val="535379"/>
        </a:accent3>
        <a:accent4>
          <a:srgbClr val="737359"/>
        </a:accent4>
        <a:accent5>
          <a:srgbClr val="939339"/>
        </a:accent5>
        <a:accent6>
          <a:srgbClr val="B3B319"/>
        </a:accent6>
        <a:hlink>
          <a:srgbClr val="009900"/>
        </a:hlink>
        <a:folHlink>
          <a:srgbClr val="33660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D6DAE4"/>
        </a:lt1>
        <a:dk2>
          <a:srgbClr val="000099"/>
        </a:dk2>
        <a:lt2>
          <a:srgbClr val="FFFFFF"/>
        </a:lt2>
        <a:accent1>
          <a:srgbClr val="BFDEE3"/>
        </a:accent1>
        <a:accent2>
          <a:srgbClr val="C0C0C0"/>
        </a:accent2>
        <a:accent3>
          <a:srgbClr val="535379"/>
        </a:accent3>
        <a:accent4>
          <a:srgbClr val="737359"/>
        </a:accent4>
        <a:accent5>
          <a:srgbClr val="939339"/>
        </a:accent5>
        <a:accent6>
          <a:srgbClr val="B3B319"/>
        </a:accent6>
        <a:hlink>
          <a:srgbClr val="3333CC"/>
        </a:hlink>
        <a:folHlink>
          <a:srgbClr val="5E93C9"/>
        </a:folHlink>
      </a:clrScheme>
      <a:clrMap bg1="lt1" tx1="dk1" bg2="lt2" tx2="dk2" accent1="accent1" accent2="accent2" accent3="accent3" accent4="accent4" accent5="accent5" accent6="accent6" hlink="hlink" folHlink="folHlink"/>
    </a:extraClrScheme>
    <a:extraClrScheme>
      <a:clrScheme name="Presentation 8">
        <a:dk1>
          <a:srgbClr val="4A2500"/>
        </a:dk1>
        <a:lt1>
          <a:srgbClr val="C2C0BA"/>
        </a:lt1>
        <a:dk2>
          <a:srgbClr val="788569"/>
        </a:dk2>
        <a:lt2>
          <a:srgbClr val="F4F4EC"/>
        </a:lt2>
        <a:accent1>
          <a:srgbClr val="E1DFC1"/>
        </a:accent1>
        <a:accent2>
          <a:srgbClr val="A5A7AF"/>
        </a:accent2>
        <a:accent3>
          <a:srgbClr val="535379"/>
        </a:accent3>
        <a:accent4>
          <a:srgbClr val="737359"/>
        </a:accent4>
        <a:accent5>
          <a:srgbClr val="939339"/>
        </a:accent5>
        <a:accent6>
          <a:srgbClr val="B3B319"/>
        </a:accent6>
        <a:hlink>
          <a:srgbClr val="9C9800"/>
        </a:hlink>
        <a:folHlink>
          <a:srgbClr val="666633"/>
        </a:folHlink>
      </a:clrScheme>
      <a:clrMap bg1="lt1" tx1="dk1" bg2="lt2" tx2="dk2" accent1="accent1" accent2="accent2" accent3="accent3" accent4="accent4" accent5="accent5" accent6="accent6" hlink="hlink" folHlink="folHlink"/>
    </a:extraClrScheme>
    <a:extraClrScheme>
      <a:clrScheme name="Presentation 9">
        <a:dk1>
          <a:srgbClr val="FFFFFF"/>
        </a:dk1>
        <a:lt1>
          <a:srgbClr val="541616"/>
        </a:lt1>
        <a:dk2>
          <a:srgbClr val="FFCC00"/>
        </a:dk2>
        <a:lt2>
          <a:srgbClr val="922A2A"/>
        </a:lt2>
        <a:accent1>
          <a:srgbClr val="FF6600"/>
        </a:accent1>
        <a:accent2>
          <a:srgbClr val="CC3100"/>
        </a:accent2>
        <a:accent3>
          <a:srgbClr val="535379"/>
        </a:accent3>
        <a:accent4>
          <a:srgbClr val="737359"/>
        </a:accent4>
        <a:accent5>
          <a:srgbClr val="939339"/>
        </a:accent5>
        <a:accent6>
          <a:srgbClr val="B3B319"/>
        </a:accent6>
        <a:hlink>
          <a:srgbClr val="F7CC2F"/>
        </a:hlink>
        <a:folHlink>
          <a:srgbClr val="C7C6B1"/>
        </a:folHlink>
      </a:clrScheme>
      <a:clrMap bg1="lt1" tx1="dk1" bg2="lt2" tx2="dk2" accent1="accent1" accent2="accent2" accent3="accent3" accent4="accent4" accent5="accent5" accent6="accent6" hlink="hlink" folHlink="folHlink"/>
    </a:extraClrScheme>
    <a:extraClrScheme>
      <a:clrScheme name="Presentation 10">
        <a:dk1>
          <a:srgbClr val="080808"/>
        </a:dk1>
        <a:lt1>
          <a:srgbClr val="111111"/>
        </a:lt1>
        <a:dk2>
          <a:srgbClr val="333333"/>
        </a:dk2>
        <a:lt2>
          <a:srgbClr val="333333"/>
        </a:lt2>
        <a:accent1>
          <a:srgbClr val="969696"/>
        </a:accent1>
        <a:accent2>
          <a:srgbClr val="969696"/>
        </a:accent2>
        <a:accent3>
          <a:srgbClr val="535379"/>
        </a:accent3>
        <a:accent4>
          <a:srgbClr val="737359"/>
        </a:accent4>
        <a:accent5>
          <a:srgbClr val="939339"/>
        </a:accent5>
        <a:accent6>
          <a:srgbClr val="B3B319"/>
        </a:accent6>
        <a:hlink>
          <a:srgbClr val="292929"/>
        </a:hlink>
        <a:folHlink>
          <a:srgbClr val="5F5F5F"/>
        </a:folHlink>
      </a:clrScheme>
      <a:clrMap bg1="lt1" tx1="dk1" bg2="lt2" tx2="dk2" accent1="accent1" accent2="accent2" accent3="accent3" accent4="accent4" accent5="accent5" accent6="accent6" hlink="hlink" folHlink="folHlink"/>
    </a:extraClrScheme>
    <a:extraClrScheme>
      <a:clrScheme name="Presentation 11">
        <a:dk1>
          <a:srgbClr val="FFFFFF"/>
        </a:dk1>
        <a:lt1>
          <a:srgbClr val="663300"/>
        </a:lt1>
        <a:dk2>
          <a:srgbClr val="FFFF99"/>
        </a:dk2>
        <a:lt2>
          <a:srgbClr val="964B00"/>
        </a:lt2>
        <a:accent1>
          <a:srgbClr val="C89618"/>
        </a:accent1>
        <a:accent2>
          <a:srgbClr val="CC9900"/>
        </a:accent2>
        <a:accent3>
          <a:srgbClr val="535379"/>
        </a:accent3>
        <a:accent4>
          <a:srgbClr val="737359"/>
        </a:accent4>
        <a:accent5>
          <a:srgbClr val="939339"/>
        </a:accent5>
        <a:accent6>
          <a:srgbClr val="B3B319"/>
        </a:accent6>
        <a:hlink>
          <a:srgbClr val="F7CC2F"/>
        </a:hlink>
        <a:folHlink>
          <a:srgbClr val="D2E640"/>
        </a:folHlink>
      </a:clrScheme>
      <a:clrMap bg1="lt1" tx1="dk1" bg2="lt2" tx2="dk2" accent1="accent1" accent2="accent2" accent3="accent3" accent4="accent4" accent5="accent5" accent6="accent6" hlink="hlink" folHlink="folHlink"/>
    </a:extraClrScheme>
    <a:extraClrScheme>
      <a:clrScheme name="Presentation 12">
        <a:dk1>
          <a:srgbClr val="FFFFFF"/>
        </a:dk1>
        <a:lt1>
          <a:srgbClr val="375F2F"/>
        </a:lt1>
        <a:dk2>
          <a:srgbClr val="EBF8DE"/>
        </a:dk2>
        <a:lt2>
          <a:srgbClr val="55863C"/>
        </a:lt2>
        <a:accent1>
          <a:srgbClr val="00CC66"/>
        </a:accent1>
        <a:accent2>
          <a:srgbClr val="8EAC66"/>
        </a:accent2>
        <a:accent3>
          <a:srgbClr val="535379"/>
        </a:accent3>
        <a:accent4>
          <a:srgbClr val="737359"/>
        </a:accent4>
        <a:accent5>
          <a:srgbClr val="939339"/>
        </a:accent5>
        <a:accent6>
          <a:srgbClr val="B3B319"/>
        </a:accent6>
        <a:hlink>
          <a:srgbClr val="B4EF7F"/>
        </a:hlink>
        <a:folHlink>
          <a:srgbClr val="F8F6AC"/>
        </a:folHlink>
      </a:clrScheme>
      <a:clrMap bg1="lt1" tx1="dk1" bg2="lt2" tx2="dk2" accent1="accent1" accent2="accent2" accent3="accent3" accent4="accent4" accent5="accent5" accent6="accent6" hlink="hlink" folHlink="folHlink"/>
    </a:extraClrScheme>
    <a:extraClrScheme>
      <a:clrScheme name="Presentation 13">
        <a:dk1>
          <a:srgbClr val="FFFFFF"/>
        </a:dk1>
        <a:lt1>
          <a:srgbClr val="375F2F"/>
        </a:lt1>
        <a:dk2>
          <a:srgbClr val="EBF8DE"/>
        </a:dk2>
        <a:lt2>
          <a:srgbClr val="55863C"/>
        </a:lt2>
        <a:accent1>
          <a:srgbClr val="00CC66"/>
        </a:accent1>
        <a:accent2>
          <a:srgbClr val="8EAC66"/>
        </a:accent2>
        <a:accent3>
          <a:srgbClr val="535379"/>
        </a:accent3>
        <a:accent4>
          <a:srgbClr val="737359"/>
        </a:accent4>
        <a:accent5>
          <a:srgbClr val="939339"/>
        </a:accent5>
        <a:accent6>
          <a:srgbClr val="B3B319"/>
        </a:accent6>
        <a:hlink>
          <a:srgbClr val="B4EF7F"/>
        </a:hlink>
        <a:folHlink>
          <a:srgbClr val="F8F6AC"/>
        </a:folHlink>
      </a:clrScheme>
      <a:clrMap bg1="lt1" tx1="dk1" bg2="lt2" tx2="dk2" accent1="accent1" accent2="accent2" accent3="accent3" accent4="accent4" accent5="accent5" accent6="accent6" hlink="hlink" folHlink="folHlink"/>
    </a:extraClrScheme>
    <a:extraClrScheme>
      <a:clrScheme name="Presentation 14">
        <a:dk1>
          <a:srgbClr val="FFFFFF"/>
        </a:dk1>
        <a:lt1>
          <a:srgbClr val="375F2F"/>
        </a:lt1>
        <a:dk2>
          <a:srgbClr val="EBF8DE"/>
        </a:dk2>
        <a:lt2>
          <a:srgbClr val="55863C"/>
        </a:lt2>
        <a:accent1>
          <a:srgbClr val="00CC66"/>
        </a:accent1>
        <a:accent2>
          <a:srgbClr val="8EAC66"/>
        </a:accent2>
        <a:accent3>
          <a:srgbClr val="535379"/>
        </a:accent3>
        <a:accent4>
          <a:srgbClr val="737359"/>
        </a:accent4>
        <a:accent5>
          <a:srgbClr val="939339"/>
        </a:accent5>
        <a:accent6>
          <a:srgbClr val="B3B319"/>
        </a:accent6>
        <a:hlink>
          <a:srgbClr val="B4EF7F"/>
        </a:hlink>
        <a:folHlink>
          <a:srgbClr val="F8F6AC"/>
        </a:folHlink>
      </a:clrScheme>
      <a:clrMap bg1="lt1" tx1="dk1" bg2="lt2" tx2="dk2" accent1="accent1" accent2="accent2" accent3="accent3" accent4="accent4" accent5="accent5" accent6="accent6" hlink="hlink" folHlink="folHlink"/>
    </a:extraClrScheme>
    <a:extraClrScheme>
      <a:clrScheme name="Presentation 15">
        <a:dk1>
          <a:srgbClr val="FFFFFF"/>
        </a:dk1>
        <a:lt1>
          <a:srgbClr val="375F2F"/>
        </a:lt1>
        <a:dk2>
          <a:srgbClr val="EBF8DE"/>
        </a:dk2>
        <a:lt2>
          <a:srgbClr val="55863C"/>
        </a:lt2>
        <a:accent1>
          <a:srgbClr val="00CC66"/>
        </a:accent1>
        <a:accent2>
          <a:srgbClr val="8EAC66"/>
        </a:accent2>
        <a:accent3>
          <a:srgbClr val="535379"/>
        </a:accent3>
        <a:accent4>
          <a:srgbClr val="737359"/>
        </a:accent4>
        <a:accent5>
          <a:srgbClr val="939339"/>
        </a:accent5>
        <a:accent6>
          <a:srgbClr val="B3B319"/>
        </a:accent6>
        <a:hlink>
          <a:srgbClr val="B4EF7F"/>
        </a:hlink>
        <a:folHlink>
          <a:srgbClr val="F8F6AC"/>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braddev</cp:lastModifiedBy>
  <cp:revision>0</cp:revision>
  <dcterms:created xsi:type="dcterms:W3CDTF">2019-09-04T14:48:15Z</dcterms:created>
  <dcterms:modified xsi:type="dcterms:W3CDTF">2025-07-27T20:38:20Z</dcterms:modified>
</cp:coreProperties>
</file>