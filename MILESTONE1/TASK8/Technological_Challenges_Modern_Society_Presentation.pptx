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Technological Challenges Facing Modern Society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Impacts, Risks, and the Way Forward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drives global development and innovation.</a:t>
            </a:r>
          </a:p>
          <a:p>
            <a:pPr lvl="1"/>
            <a:r>
              <a:t>Rapid advancement creates new opportunities.</a:t>
            </a:r>
          </a:p>
          <a:p>
            <a:pPr lvl="1"/>
            <a:r>
              <a:t>However, it also presents serious societal challenges.</a:t>
            </a:r>
          </a:p>
          <a:p>
            <a:pPr lvl="1"/>
            <a:r>
              <a:t>Understanding these challenges is essential for sustainable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 cybercrime and data breaches.</a:t>
            </a:r>
          </a:p>
          <a:p>
            <a:pPr lvl="1"/>
            <a:r>
              <a:t>Ransomware and phishing attacks.</a:t>
            </a:r>
          </a:p>
          <a:p>
            <a:pPr lvl="1"/>
            <a:r>
              <a:t>Identity theft and financial fraud.</a:t>
            </a:r>
          </a:p>
          <a:p>
            <a:pPr lvl="1"/>
            <a:r>
              <a:t>Need for stronger digital security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 data collection by corporations and governments.</a:t>
            </a:r>
          </a:p>
          <a:p>
            <a:pPr lvl="1"/>
            <a:r>
              <a:t>Unauthorized tracking and surveillance.</a:t>
            </a:r>
          </a:p>
          <a:p>
            <a:pPr lvl="1"/>
            <a:r>
              <a:t>Misuse of personal information.</a:t>
            </a:r>
          </a:p>
          <a:p>
            <a:pPr lvl="1"/>
            <a:r>
              <a:t>Growing demand for data protection laws.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Divide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Unequal access to internet and digital tools.</a:t>
            </a:r>
          </a:p>
          <a:p>
            <a:pPr lvl="1"/>
            <a:r>
              <a:t>Gap between urban and rural communities.</a:t>
            </a:r>
          </a:p>
          <a:p>
            <a:pPr lvl="1"/>
            <a:r>
              <a:t>Limited access in developing regions.</a:t>
            </a:r>
          </a:p>
          <a:p>
            <a:pPr lvl="1"/>
            <a:r>
              <a:t>Impact on education, jobs, and economic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Job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replacing human labor.</a:t>
            </a:r>
          </a:p>
          <a:p>
            <a:pPr lvl="1"/>
            <a:r>
              <a:t>Risk to manufacturing and service jobs.</a:t>
            </a:r>
          </a:p>
          <a:p>
            <a:pPr lvl="1"/>
            <a:r>
              <a:t>Need for reskilling and digital literacy.</a:t>
            </a:r>
          </a:p>
          <a:p>
            <a:pPr lvl="1"/>
            <a:r>
              <a:t>Balancing innovation with employment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&amp; Mental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Addiction and excessive screen time.</a:t>
            </a:r>
          </a:p>
          <a:p>
            <a:pPr lvl="1"/>
            <a:r>
              <a:t>Cyberbullying and online harassment.</a:t>
            </a:r>
          </a:p>
          <a:p>
            <a:pPr lvl="1"/>
            <a:r>
              <a:t>Spread of misinformation and fake news.</a:t>
            </a:r>
          </a:p>
          <a:p>
            <a:pPr lvl="1"/>
            <a:r>
              <a:t>Impact on self-esteem and social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E-waste and improper disposal of devices.</a:t>
            </a:r>
          </a:p>
          <a:p>
            <a:pPr lvl="1"/>
            <a:r>
              <a:t>High energy consumption of data centers.</a:t>
            </a:r>
          </a:p>
          <a:p>
            <a:pPr lvl="1"/>
            <a:r>
              <a:t>Carbon footprint of tech industries.</a:t>
            </a:r>
          </a:p>
          <a:p>
            <a:pPr lvl="1"/>
            <a:r>
              <a:t>Need for sustainable and green technologies.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AI algorithms.</a:t>
            </a:r>
          </a:p>
          <a:p>
            <a:pPr lvl="1"/>
            <a:r>
              <a:t>Autonomous weapons and surveillance systems.</a:t>
            </a:r>
          </a:p>
          <a:p>
            <a:pPr lvl="1"/>
            <a:r>
              <a:t>Deepfakes and misinformation technologies.</a:t>
            </a:r>
          </a:p>
          <a:p>
            <a:pPr lvl="1"/>
            <a:r>
              <a:t>Responsibility of tech companies and governments.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Strengthening cybersecurity measures.</a:t>
            </a:r>
          </a:p>
          <a:p>
            <a:pPr lvl="1"/>
            <a:r>
              <a:t>Promoting digital literacy and education.</a:t>
            </a:r>
          </a:p>
          <a:p>
            <a:pPr lvl="1"/>
            <a:r>
              <a:t>Implementing ethical AI regulations.</a:t>
            </a:r>
          </a:p>
          <a:p>
            <a:pPr lvl="1"/>
            <a:r>
              <a:t>Encouraging inclusive and sustainable innovation.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is a powerful tool for progress.</a:t>
            </a:r>
          </a:p>
          <a:p>
            <a:pPr lvl="1"/>
            <a:r>
              <a:t>Challenges must be addressed responsibly.</a:t>
            </a:r>
          </a:p>
          <a:p>
            <a:pPr lvl="1"/>
            <a:r>
              <a:t>Collaboration between governments, businesses, and society is key.</a:t>
            </a:r>
          </a:p>
          <a:p>
            <a:pPr lvl="1"/>
            <a:r>
              <a:t>Balanced innovation ensures a better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