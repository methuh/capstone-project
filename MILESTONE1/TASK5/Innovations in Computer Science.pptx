
<file path=[Content_Types].xml><?xml version="1.0" encoding="utf-8"?>
<Types xmlns="http://schemas.openxmlformats.org/package/2006/content-types">
  <Default Extension="rels" ContentType="application/vnd.openxmlformats-package.relationships+xml"/>
  <Default Extension="xml" ContentType="application/xml"/>
  <Default Extension="vml" ContentType="application/vnd.openxmlformats-officedocument.vmlDrawing"/>
  <Default Extension="fntdata" ContentType="application/x-fontdata"/>
  <Default Extension="bmp" ContentType="image/bmp"/>
  <Default Extension="jpeg" ContentType="image/jpeg"/>
  <Default Extension="png" ContentType="image/png"/>
  <Default Extension="gif" ContentType="image/gif"/>
  <Default Extension="tif" ContentType="image/tif"/>
  <Default Extension="emf" ContentType="image/x-emf"/>
  <Default Extension="wmf" ContentType="image/x-wmf"/>
  <Default Extension="pct" ContentType="image/pct"/>
  <Default Extension="pcx" ContentType="image/pcx"/>
  <Default Extension="tga" ContentType="image/tga"/>
  <Default Extension="svg" ContentType="image/svg+xml"/>
  <Default Extension="webp" ContentType="image/webp"/>
  <Default Extension="avi" ContentType="video/avi"/>
  <Default Extension="wmv" ContentType="video/wmv"/>
  <Default Extension="mpg" ContentType="video/mpeg"/>
  <Default Extension="mpeg" ContentType="video/mpeg"/>
  <Default Extension="mp2" ContentType="video/mpeg"/>
  <Default Extension="mp4" ContentType="video/mpeg"/>
  <Default Extension="wma" ContentType="audio/x-ms-wma"/>
  <Default Extension="mid" ContentType="audio/unknown"/>
  <Default Extension="midi" ContentType="audio/unknown"/>
  <Default Extension="rmi" ContentType="audio/unknown"/>
  <Default Extension="mp3" ContentType="audio/unknown"/>
  <Default Extension="wav" ContentType="audio/wav"/>
  <Default Extension="bin" ContentType="application/vnd.openxmlformats-officedocument.oleObjec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Types>
</file>

<file path=_rels/.rels><?xml version="1.0" encoding="UTF-8" standalone="yes" ?>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p:sldMasterIdLst>
    <p:sldMasterId id="2147483648" r:id="rId5"/>
  </p:sldMasterIdLst>
  <p:sldIdLst>
    <p:sldId id="256" r:id="rId6"/>
    <p:sldId id="261" r:id="rId7"/>
    <p:sldId id="260" r:id="rId8"/>
    <p:sldId id="259" r:id="rId9"/>
    <p:sldId id="264" r:id="rId10"/>
    <p:sldId id="263" r:id="rId11"/>
    <p:sldId id="262" r:id="rId12"/>
    <p:sldId id="257" r:id="rId13"/>
  </p:sldIdLst>
  <p:sldSz cx="12192000" cy="6858000"/>
  <p:notesSz cx="6858000" cy="12192000"/>
  <p:defaultTextStyle>
    <a:lvl1pPr marL="0" marR="0" indent="0" algn="l" defTabSz="4572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1pPr>
    <a:lvl2pPr marL="457200" marR="0" indent="0" algn="l" defTabSz="4572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2pPr>
    <a:lvl3pPr marL="914400" marR="0" indent="0" algn="l" defTabSz="4572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3pPr>
    <a:lvl4pPr marL="1371600" marR="0" indent="0" algn="l" defTabSz="4572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4pPr>
    <a:lvl5pPr marL="1828800" marR="0" indent="0" algn="l" defTabSz="4572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5pPr>
    <a:lvl6pPr marL="2286000" marR="0" indent="0" algn="l" defTabSz="4572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6pPr>
    <a:lvl7pPr marL="2743200" marR="0" indent="0" algn="l" defTabSz="4572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7pPr>
    <a:lvl8pPr marL="3200400" marR="0" indent="0" algn="l" defTabSz="4572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8pPr>
    <a:lvl9pPr marL="3657600" marR="0" indent="0" algn="l" defTabSz="4572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9pPr>
  </p:defaultTextStyle>
</p:presentation>
</file>

<file path=ppt/presProps.xml><?xml version="1.0" encoding="utf-8"?>
<p:presentationPr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p:showPr showNarration="1">
    <p:penClr>
      <a:srgbClr val="0000FF"/>
    </p:penClr>
  </p:showPr>
  <p:extLst>
    <p:ext uri="smNativeData">
      <pr:smAppRevision xmlns:pr="smNativeData" xmlns="smNativeData" dt="1753642274" val="1224" rev64="64" revOS="3"/>
      <pr:smFileRevision xmlns:pr="smNativeData" xmlns="smNativeData" dt="1753642274" val="101"/>
      <pr:guideOptions xmlns:pr="smNativeData" xmlns="smNativeData" dt="1753642274" snapToGrid="1" snapToBorders="1" snapToGuides="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p:slideViewPr>
    <p:cSldViewPr snapToObjects="1" showGuides="1">
      <p:cViewPr varScale="1">
        <p:scale>
          <a:sx n="59" d="100"/>
          <a:sy n="59" d="100"/>
        </p:scale>
        <p:origin x="1694" y="212"/>
      </p:cViewPr>
      <p:guideLst x="0" y="0">
        <p:guide orient="horz" pos="2160"/>
        <p:guide pos="3840"/>
      </p:guideLst>
    </p:cSldViewPr>
  </p:slideViewPr>
  <p:outlineViewPr>
    <p:cViewPr>
      <p:scale>
        <a:sx n="33" d="100"/>
        <a:sy n="33" d="100"/>
      </p:scale>
      <p:origin x="0" y="0"/>
    </p:cViewPr>
  </p:outlineViewPr>
  <p:sorterViewPr>
    <p:cViewPr>
      <p:scale>
        <a:sx n="13" d="100"/>
        <a:sy n="13" d="100"/>
      </p:scale>
      <p:origin x="0" y="0"/>
    </p:cViewPr>
  </p:sorterViewPr>
  <p:notesViewPr>
    <p:cSldViewPr snapToObjects="1" showGuides="1">
      <p:cViewPr>
        <p:scale>
          <a:sx n="59" d="100"/>
          <a:sy n="59" d="100"/>
        </p:scale>
        <p:origin x="1694" y="212"/>
      </p:cViewPr>
    </p:cSldViewPr>
  </p:notesViewPr>
  <p:gridSpacing cx="73477120" cy="73477120"/>
</p:viewPr>
</file>

<file path=ppt/_rels/presentation.xml.rels><?xml version="1.0" encoding="UTF-8" standalone="yes" ?>
<Relationships xmlns="http://schemas.openxmlformats.org/package/2006/relationships"><Relationship Id="rId1" Type="http://schemas.openxmlformats.org/officeDocument/2006/relationships/theme" Target="theme/theme1.xml"/><Relationship Id="rId2" Type="http://schemas.openxmlformats.org/officeDocument/2006/relationships/tableStyles" Target="tableStyles.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slideMaster" Target="slideMasters/slide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s>
</file>

<file path=ppt/slideLayouts/_rels/slideLayout1.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title">
  <p:cSld name="Title slide">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InWGaBMAAAAlAAAAZAAAAA8BAAAAkAAAAEgAAACQAAAASAAAAAAAAAAB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UAABoNAABgRQAAJhYAABAAAAAmAAAACAAAAAEAAAAAAAAA"/>
              </a:ext>
            </a:extLst>
          </p:cNvSpPr>
          <p:nvPr>
            <p:ph type="ctrTitle"/>
          </p:nvPr>
        </p:nvSpPr>
        <p:spPr>
          <a:xfrm>
            <a:off x="914400" y="2129790"/>
            <a:ext cx="10363200" cy="1470660"/>
          </a:xfrm>
        </p:spPr>
        <p:txBody>
          <a:bodyPr/>
          <a:lstStyle/>
          <a:p>
            <a:pPr/>
            <a:r>
              <a:t>Click to edit Master title style</a:t>
            </a:r>
          </a:p>
        </p:txBody>
      </p:sp>
      <p:sp>
        <p:nvSpPr>
          <p:cNvPr id="3" name="SlideSubtitle1"/>
          <p:cNvSpPr>
            <a:spLocks noGrp="1" noChangeArrowheads="1"/>
            <a:extLst>
              <a:ext uri="smNativeData">
                <pr:smNativeData xmlns:pr="smNativeData" xmlns="smNativeData" val="SMDATA_15_InWGaBMAAAAlAAAAZAAAAA8BAAAAkAAAAEgAAACQAAAASAAAAAAAAAAA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QAsAAOgXAADAPwAAsCIAABAAAAAmAAAACAAAAAGAAAAAAAAA"/>
              </a:ext>
            </a:extLst>
          </p:cNvSpPr>
          <p:nvPr>
            <p:ph type="subTitle" idx="1"/>
          </p:nvPr>
        </p:nvSpPr>
        <p:spPr>
          <a:xfrm>
            <a:off x="1828800" y="3886200"/>
            <a:ext cx="8534400" cy="1752600"/>
          </a:xfrm>
        </p:spPr>
        <p:txBody>
          <a:bodyPr/>
          <a:lstStyle>
            <a:lvl1pPr marL="0" indent="0" algn="ctr">
              <a:buNone/>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pPr/>
            <a:r>
              <a:t>Click to edit Master subtitle style</a:t>
            </a:r>
          </a:p>
        </p:txBody>
      </p:sp>
      <p:sp>
        <p:nvSpPr>
          <p:cNvPr id="4" name="DateTimeArea1"/>
          <p:cNvSpPr>
            <a:spLocks noGrp="1" noChangeArrowheads="1"/>
            <a:extLst>
              <a:ext uri="smNativeData">
                <pr:smNativeData xmlns:pr="smNativeData" xmlns="smNativeData" val="SMDATA_15_InWGaBMAAAAlAAAAZAAAAA8BAAAAkAAAAEgAAACQAAAASAAAAAAAAAAB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BsnAAA/FQAAWSkAABAAAAAmAAAACAAAAAAAAAAAAAAA"/>
              </a:ext>
            </a:extLst>
          </p:cNvSpPr>
          <p:nvPr>
            <p:ph type="dt" sz="quarter" idx="10"/>
          </p:nvPr>
        </p:nvSpPr>
        <p:spPr/>
        <p:txBody>
          <a:bodyPr/>
          <a:lstStyle/>
          <a:p>
            <a:pPr/>
            <a:fld id="{16D106C9-87FB-84F0-B569-71A548274324}" type="datetime1">
              <a:t/>
            </a:fld>
          </a:p>
        </p:txBody>
      </p:sp>
      <p:sp>
        <p:nvSpPr>
          <p:cNvPr id="5" name="FooterArea1"/>
          <p:cNvSpPr>
            <a:spLocks noGrp="1" noChangeArrowheads="1"/>
            <a:extLst>
              <a:ext uri="smNativeData">
                <pr:smNativeData xmlns:pr="smNativeData" xmlns="smNativeData" val="SMDATA_15_InWGaBMAAAAlAAAAZAAAAA8BAAAAkAAAAEgAAACQAAAASAAAAAAAAAAB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RkAABsnAABfMQAAWSkAABAAAAAmAAAACAAAAAAAAAAAAAAA"/>
              </a:ext>
            </a:extLst>
          </p:cNvSpPr>
          <p:nvPr>
            <p:ph type="ftr" sz="quarter" idx="11"/>
          </p:nvPr>
        </p:nvSpPr>
        <p:spPr/>
        <p:txBody>
          <a:bodyPr/>
          <a:lstStyle/>
          <a:p>
            <a:pPr/>
          </a:p>
        </p:txBody>
      </p:sp>
      <p:sp>
        <p:nvSpPr>
          <p:cNvPr id="6" name="SlideNumberArea1"/>
          <p:cNvSpPr>
            <a:spLocks noGrp="1" noChangeArrowheads="1"/>
            <a:extLst>
              <a:ext uri="smNativeData">
                <pr:smNativeData xmlns:pr="smNativeData" xmlns="smNativeData" val="SMDATA_15_InWGaBMAAAAlAAAAZAAAAA8BAAAAkAAAAEgAAACQAAAASAAAAAAAAAAB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HsAf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TUAABsnAABARwAAWSkAABAAAAAmAAAACAAAAAAAAAAAAAAA"/>
              </a:ext>
            </a:extLst>
          </p:cNvSpPr>
          <p:nvPr>
            <p:ph type="sldNum" sz="quarter" idx="12"/>
          </p:nvPr>
        </p:nvSpPr>
        <p:spPr/>
        <p:txBody>
          <a:bodyPr/>
          <a:lstStyle/>
          <a:p>
            <a:pPr/>
            <a:fld id="{588EB8C0-8EB5-DB4E-FB36-781BF6780D2D}" type="slidenum">
              <a:t/>
            </a:fld>
          </a:p>
        </p:txBody>
      </p:sp>
    </p:spTree>
  </p:cSld>
  <p:clrMapOvr>
    <a:masterClrMapping/>
  </p:clrMapOvr>
  <p:hf hdr="0" ftr="0"/>
</p:sldLayout>
</file>

<file path=ppt/slideLayouts/slideLayout2.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tx">
  <p:cSld name="Title and content">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InWGaBMAAAAlAAAAZAAAAA8BAAAAkAAAAEgAAACQAAAASAAAAAAAAAAB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LABAABARwAAuAgAABAAAAAmAAAACAAAAAAAAAAAAAAA"/>
              </a:ext>
            </a:extLst>
          </p:cNvSpPr>
          <p:nvPr>
            <p:ph type="title"/>
          </p:nvPr>
        </p:nvSpPr>
        <p:spPr/>
        <p:txBody>
          <a:bodyPr/>
          <a:lstStyle/>
          <a:p>
            <a:pPr/>
            <a:r>
              <a:t>Click to edit Master title style</a:t>
            </a:r>
          </a:p>
        </p:txBody>
      </p:sp>
      <p:sp>
        <p:nvSpPr>
          <p:cNvPr id="3" name="SlideText1"/>
          <p:cNvSpPr>
            <a:spLocks noGrp="1" noChangeArrowheads="1"/>
            <a:extLst>
              <a:ext uri="smNativeData">
                <pr:smNativeData xmlns:pr="smNativeData" xmlns="smNativeData" val="SMDATA_15_InWGaBMAAAAlAAAAZAAAAA8BAAAAkAAAAEgAAACQAAAASAAAAAAAAAAA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gJAABARwAAsCUAABAAAAAmAAAACAAAAAAAAAAAAAAA"/>
              </a:ext>
            </a:extLst>
          </p:cNvSpPr>
          <p:nvPr>
            <p:ph idx="1"/>
          </p:nvPr>
        </p:nvSpPr>
        <p:spPr/>
        <p:txBody>
          <a:bodyPr/>
          <a:lstStyle/>
          <a:p>
            <a:pPr/>
            <a:r>
              <a:t>Click to edit Master text styles</a:t>
            </a:r>
          </a:p>
          <a:p>
            <a:pPr lvl="1"/>
            <a:r>
              <a:t>Second level</a:t>
            </a:r>
          </a:p>
          <a:p>
            <a:pPr lvl="2"/>
            <a:r>
              <a:t>Third level</a:t>
            </a:r>
          </a:p>
          <a:p>
            <a:pPr lvl="3"/>
            <a:r>
              <a:t>Fourth level</a:t>
            </a:r>
          </a:p>
          <a:p>
            <a:pPr lvl="4"/>
            <a:r>
              <a:t>Fifth level</a:t>
            </a:r>
          </a:p>
        </p:txBody>
      </p:sp>
      <p:sp>
        <p:nvSpPr>
          <p:cNvPr id="4" name="DateTimeArea1"/>
          <p:cNvSpPr>
            <a:spLocks noGrp="1" noChangeArrowheads="1"/>
            <a:extLst>
              <a:ext uri="smNativeData">
                <pr:smNativeData xmlns:pr="smNativeData" xmlns="smNativeData" val="SMDATA_15_InWGaBMAAAAlAAAAZAAAAA8BAAAAkAAAAEgAAACQAAAASAAAAAAAAAAB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Nw7I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BsnAAA/FQAAWSkAABAAAAAmAAAACAAAAAAAAAAAAAAA"/>
              </a:ext>
            </a:extLst>
          </p:cNvSpPr>
          <p:nvPr>
            <p:ph type="dt" sz="quarter" idx="10"/>
          </p:nvPr>
        </p:nvSpPr>
        <p:spPr/>
        <p:txBody>
          <a:bodyPr/>
          <a:lstStyle/>
          <a:p>
            <a:pPr/>
            <a:fld id="{3ABBAAA0-EED7-EE5C-9903-1809E44D6F4D}" type="datetime1">
              <a:t/>
            </a:fld>
          </a:p>
        </p:txBody>
      </p:sp>
      <p:sp>
        <p:nvSpPr>
          <p:cNvPr id="5" name="FooterArea1"/>
          <p:cNvSpPr>
            <a:spLocks noGrp="1" noChangeArrowheads="1"/>
            <a:extLst>
              <a:ext uri="smNativeData">
                <pr:smNativeData xmlns:pr="smNativeData" xmlns="smNativeData" val="SMDATA_15_InWGaBMAAAAlAAAAZAAAAA8BAAAAkAAAAEgAAACQAAAASAAAAAAAAAAB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Nw7I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RkAABsnAABfMQAAWSkAABAAAAAmAAAACAAAAAAAAAAAAAAA"/>
              </a:ext>
            </a:extLst>
          </p:cNvSpPr>
          <p:nvPr>
            <p:ph type="ftr" sz="quarter" idx="11"/>
          </p:nvPr>
        </p:nvSpPr>
        <p:spPr/>
        <p:txBody>
          <a:bodyPr/>
          <a:lstStyle/>
          <a:p>
            <a:pPr/>
          </a:p>
        </p:txBody>
      </p:sp>
      <p:sp>
        <p:nvSpPr>
          <p:cNvPr id="6" name="SlideNumberArea1"/>
          <p:cNvSpPr>
            <a:spLocks noGrp="1" noChangeArrowheads="1"/>
            <a:extLst>
              <a:ext uri="smNativeData">
                <pr:smNativeData xmlns:pr="smNativeData" xmlns="smNativeData" val="SMDATA_15_InWGaBMAAAAlAAAAZAAAAA8BAAAAkAAAAEgAAACQAAAASAAAAAAAAAAB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TUAABsnAABARwAAWSkAABAAAAAmAAAACAAAAAAAAAAAAAAA"/>
              </a:ext>
            </a:extLst>
          </p:cNvSpPr>
          <p:nvPr>
            <p:ph type="sldNum" sz="quarter" idx="12"/>
          </p:nvPr>
        </p:nvSpPr>
        <p:spPr/>
        <p:txBody>
          <a:bodyPr/>
          <a:lstStyle/>
          <a:p>
            <a:pPr/>
            <a:fld id="{0BC9E0E8-A6E6-9C16-A871-5043AE3F5E05}" type="slidenum">
              <a:t/>
            </a:fld>
          </a:p>
        </p:txBody>
      </p:sp>
    </p:spTree>
  </p:cSld>
  <p:clrMapOvr>
    <a:masterClrMapping/>
  </p:clrMapOvr>
  <p:hf hdr="0" ftr="0"/>
</p:sldLayout>
</file>

<file path=ppt/slideLayouts/slideLayout3.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secHead">
  <p:cSld name="Section header">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InWGaBMAAAAlAAAAZAAAAA8BAAAAkAAAAEgAAACQAAAASAAAAAAAAAAA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Nw7I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7QUAABwbAACtRQAAfSMAABAAAAAmAAAACAAAAIGAAAAAAAAA"/>
              </a:ext>
            </a:extLst>
          </p:cNvSpPr>
          <p:nvPr>
            <p:ph type="title"/>
          </p:nvPr>
        </p:nvSpPr>
        <p:spPr>
          <a:xfrm>
            <a:off x="963295" y="4406900"/>
            <a:ext cx="10363200" cy="1362075"/>
          </a:xfrm>
        </p:spPr>
        <p:txBody>
          <a:bodyPr vert="horz" wrap="square" numCol="1" spcCol="215900" anchor="t">
            <a:prstTxWarp prst="textNoShape">
              <a:avLst/>
            </a:prstTxWarp>
          </a:bodyPr>
          <a:lstStyle>
            <a:lvl1pPr algn="l">
              <a:defRPr sz="4000" b="1" cap="all"/>
            </a:lvl1pPr>
          </a:lstStyle>
          <a:p>
            <a:pPr/>
            <a:r>
              <a:t>Click to edit Master title style</a:t>
            </a:r>
          </a:p>
        </p:txBody>
      </p:sp>
      <p:sp>
        <p:nvSpPr>
          <p:cNvPr id="3" name="SlideText1"/>
          <p:cNvSpPr>
            <a:spLocks noGrp="1" noChangeArrowheads="1"/>
            <a:extLst>
              <a:ext uri="smNativeData">
                <pr:smNativeData xmlns:pr="smNativeData" xmlns="smNativeData" val="SMDATA_15_InWGaBMAAAAlAAAAZAAAAA8BAAAAkAAAAEgAAACQAAAASAAAAAAAAAAC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Nw7I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7QUAAOERAACtRQAAHBsAABAAAAAmAAAACAAAAIGAAAAAAAAA"/>
              </a:ext>
            </a:extLst>
          </p:cNvSpPr>
          <p:nvPr>
            <p:ph idx="1"/>
          </p:nvPr>
        </p:nvSpPr>
        <p:spPr>
          <a:xfrm>
            <a:off x="963295" y="2906395"/>
            <a:ext cx="10363200" cy="1500505"/>
          </a:xfrm>
        </p:spPr>
        <p:txBody>
          <a:bodyPr vert="horz" wrap="square" numCol="1" spcCol="215900" anchor="b">
            <a:prstTxWarp prst="textNoShape">
              <a:avLst/>
            </a:prstTxWarp>
          </a:bodyPr>
          <a:lstStyle>
            <a:lvl1pPr marL="0" indent="0">
              <a:buNone/>
              <a:defRPr sz="2000" cap="none"/>
            </a:lvl1pPr>
            <a:lvl2pPr marL="457200" indent="0">
              <a:buNone/>
              <a:defRPr sz="1800" cap="none"/>
            </a:lvl2pPr>
            <a:lvl3pPr marL="914400" indent="0">
              <a:buNone/>
              <a:defRPr sz="1600" cap="none"/>
            </a:lvl3pPr>
            <a:lvl4pPr marL="1371600" indent="0">
              <a:buNone/>
              <a:defRPr sz="1400" cap="none"/>
            </a:lvl4pPr>
            <a:lvl5pPr marL="1828800" indent="0">
              <a:buNone/>
              <a:defRPr sz="1400" cap="none"/>
            </a:lvl5pPr>
            <a:lvl6pPr marL="2286000" indent="0">
              <a:buNone/>
              <a:defRPr sz="1400" cap="none"/>
            </a:lvl6pPr>
            <a:lvl7pPr marL="2743200" indent="0">
              <a:buNone/>
              <a:defRPr sz="1400" cap="none"/>
            </a:lvl7pPr>
            <a:lvl8pPr marL="3200400" indent="0">
              <a:buNone/>
              <a:defRPr sz="1400" cap="none"/>
            </a:lvl8pPr>
            <a:lvl9pPr marL="3657600" indent="0">
              <a:buNone/>
              <a:defRPr sz="1400" cap="none"/>
            </a:lvl9pPr>
          </a:lstStyle>
          <a:p>
            <a:pPr/>
            <a:r>
              <a:t>Click to edit Master text styles</a:t>
            </a:r>
          </a:p>
        </p:txBody>
      </p:sp>
      <p:sp>
        <p:nvSpPr>
          <p:cNvPr id="4" name="DateTimeArea1"/>
          <p:cNvSpPr>
            <a:spLocks noGrp="1" noChangeArrowheads="1"/>
            <a:extLst>
              <a:ext uri="smNativeData">
                <pr:smNativeData xmlns:pr="smNativeData" xmlns="smNativeData" val="SMDATA_15_InWGaBMAAAAlAAAAZAAAAA8BAAAAkAAAAEgAAACQAAAASAAAAAAAAAAB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BsnAAA/FQAAWSkAABAAAAAmAAAACAAAAAAAAAAAAAAA"/>
              </a:ext>
            </a:extLst>
          </p:cNvSpPr>
          <p:nvPr>
            <p:ph type="dt" sz="quarter" idx="10"/>
          </p:nvPr>
        </p:nvSpPr>
        <p:spPr/>
        <p:txBody>
          <a:bodyPr/>
          <a:lstStyle/>
          <a:p>
            <a:pPr/>
            <a:fld id="{23214DAB-E5CE-74BB-8099-13EE03D77646}" type="datetime1">
              <a:t/>
            </a:fld>
          </a:p>
        </p:txBody>
      </p:sp>
      <p:sp>
        <p:nvSpPr>
          <p:cNvPr id="5" name="FooterArea1"/>
          <p:cNvSpPr>
            <a:spLocks noGrp="1" noChangeArrowheads="1"/>
            <a:extLst>
              <a:ext uri="smNativeData">
                <pr:smNativeData xmlns:pr="smNativeData" xmlns="smNativeData" val="SMDATA_15_InWGaBMAAAAlAAAAZAAAAA8BAAAAkAAAAEgAAACQAAAASAAAAAAAAAAB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Nw7I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RkAABsnAABfMQAAWSkAABAAAAAmAAAACAAAAAAAAAAAAAAA"/>
              </a:ext>
            </a:extLst>
          </p:cNvSpPr>
          <p:nvPr>
            <p:ph type="ftr" sz="quarter" idx="11"/>
          </p:nvPr>
        </p:nvSpPr>
        <p:spPr/>
        <p:txBody>
          <a:bodyPr/>
          <a:lstStyle/>
          <a:p>
            <a:pPr/>
          </a:p>
        </p:txBody>
      </p:sp>
      <p:sp>
        <p:nvSpPr>
          <p:cNvPr id="6" name="SlideNumberArea1"/>
          <p:cNvSpPr>
            <a:spLocks noGrp="1" noChangeArrowheads="1"/>
            <a:extLst>
              <a:ext uri="smNativeData">
                <pr:smNativeData xmlns:pr="smNativeData" xmlns="smNativeData" val="SMDATA_15_InWGaBMAAAAlAAAAZAAAAA8BAAAAkAAAAEgAAACQAAAASAAAAAAAAAAB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Nw7I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TUAABsnAABARwAAWSkAABAAAAAmAAAACAAAAAAAAAAAAAAA"/>
              </a:ext>
            </a:extLst>
          </p:cNvSpPr>
          <p:nvPr>
            <p:ph type="sldNum" sz="quarter" idx="12"/>
          </p:nvPr>
        </p:nvSpPr>
        <p:spPr/>
        <p:txBody>
          <a:bodyPr/>
          <a:lstStyle/>
          <a:p>
            <a:pPr/>
            <a:fld id="{3CB93803-4DD1-ECCE-9F01-BB9B764F69EE}" type="slidenum">
              <a:t/>
            </a:fld>
          </a:p>
        </p:txBody>
      </p:sp>
    </p:spTree>
  </p:cSld>
  <p:clrMapOvr>
    <a:masterClrMapping/>
  </p:clrMapOvr>
  <p:hf hdr="0" ftr="0"/>
</p:sldLayout>
</file>

<file path=ppt/slideLayouts/slideLayout4.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twoColTx">
  <p:cSld name="Title and two contents">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InWGaBMAAAAlAAAAZAAAAA8BAAAAkAAAAEgAAACQAAAASAAAAAAAAAAB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Nw7I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LABAABARwAAuAgAABAAAAAmAAAACAAAAAAAAAAAAAAA"/>
              </a:ext>
            </a:extLst>
          </p:cNvSpPr>
          <p:nvPr>
            <p:ph type="title"/>
          </p:nvPr>
        </p:nvSpPr>
        <p:spPr/>
        <p:txBody>
          <a:bodyPr/>
          <a:lstStyle/>
          <a:p>
            <a:pPr/>
            <a:r>
              <a:t>Click to edit Master title style</a:t>
            </a:r>
          </a:p>
        </p:txBody>
      </p:sp>
      <p:sp>
        <p:nvSpPr>
          <p:cNvPr id="3" name="SlideText2"/>
          <p:cNvSpPr>
            <a:spLocks noGrp="1" noChangeArrowheads="1"/>
            <a:extLst>
              <a:ext uri="smNativeData">
                <pr:smNativeData xmlns:pr="smNativeData" xmlns="smNativeData" val="SMDATA_15_InWGaBMAAAAlAAAAZAAAAA8BAAAAkAAAAEgAAACQAAAASAAAAAAAAAAA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Nw7I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gJAADhJAAAsCUAABAAAAAmAAAACAAAAAGAAAAAAAAA"/>
              </a:ext>
            </a:extLst>
          </p:cNvSpPr>
          <p:nvPr>
            <p:ph idx="1"/>
          </p:nvPr>
        </p:nvSpPr>
        <p:spPr>
          <a:xfrm>
            <a:off x="609600" y="1600200"/>
            <a:ext cx="5385435" cy="4526280"/>
          </a:xfrm>
        </p:spPr>
        <p:txBody>
          <a:bodyPr/>
          <a:lstStyle>
            <a:lvl1pPr>
              <a:defRPr sz="2800" cap="none"/>
            </a:lvl1pPr>
            <a:lvl2pPr>
              <a:defRPr sz="2400" cap="none"/>
            </a:lvl2pPr>
            <a:lvl3pPr>
              <a:defRPr sz="2000" cap="none"/>
            </a:lvl3pPr>
            <a:lvl4pPr>
              <a:defRPr sz="1800" cap="none"/>
            </a:lvl4pPr>
            <a:lvl5pPr>
              <a:defRPr sz="1800" cap="none"/>
            </a:lvl5pPr>
            <a:lvl6pPr>
              <a:defRPr sz="1800" cap="none"/>
            </a:lvl6pPr>
            <a:lvl7pPr>
              <a:defRPr sz="1800" cap="none"/>
            </a:lvl7pPr>
            <a:lvl8pPr>
              <a:defRPr sz="1800" cap="none"/>
            </a:lvl8pPr>
            <a:lvl9pPr>
              <a:defRPr sz="1800" cap="none"/>
            </a:lvl9pPr>
          </a:lstStyle>
          <a:p>
            <a:pPr/>
            <a:r>
              <a:t>Click to edit Master text styles</a:t>
            </a:r>
          </a:p>
          <a:p>
            <a:pPr lvl="1"/>
            <a:r>
              <a:t>Second level</a:t>
            </a:r>
          </a:p>
          <a:p>
            <a:pPr lvl="2"/>
            <a:r>
              <a:t>Third level</a:t>
            </a:r>
          </a:p>
          <a:p>
            <a:pPr lvl="3"/>
            <a:r>
              <a:t>Fourth level</a:t>
            </a:r>
          </a:p>
          <a:p>
            <a:pPr lvl="4"/>
            <a:r>
              <a:t>Fifth level</a:t>
            </a:r>
          </a:p>
        </p:txBody>
      </p:sp>
      <p:sp>
        <p:nvSpPr>
          <p:cNvPr id="4" name="SlideText1"/>
          <p:cNvSpPr>
            <a:spLocks noGrp="1" noChangeArrowheads="1"/>
            <a:extLst>
              <a:ext uri="smNativeData">
                <pr:smNativeData xmlns:pr="smNativeData" xmlns="smNativeData" val="SMDATA_15_InWGaBMAAAAlAAAAZAAAAA8BAAAAkAAAAEgAAACQAAAASAAAAAAAAAAA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Nw7I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HyYAANgJAABARwAAsCUAABAAAAAmAAAACAAAAAGAAAAAAAAA"/>
              </a:ext>
            </a:extLst>
          </p:cNvSpPr>
          <p:nvPr>
            <p:ph idx="2"/>
          </p:nvPr>
        </p:nvSpPr>
        <p:spPr>
          <a:xfrm>
            <a:off x="6196965" y="1600200"/>
            <a:ext cx="5385435" cy="4526280"/>
          </a:xfrm>
        </p:spPr>
        <p:txBody>
          <a:bodyPr/>
          <a:lstStyle>
            <a:lvl1pPr>
              <a:defRPr sz="2800" cap="none"/>
            </a:lvl1pPr>
            <a:lvl2pPr>
              <a:defRPr sz="2400" cap="none"/>
            </a:lvl2pPr>
            <a:lvl3pPr>
              <a:defRPr sz="2000" cap="none"/>
            </a:lvl3pPr>
            <a:lvl4pPr>
              <a:defRPr sz="1800" cap="none"/>
            </a:lvl4pPr>
            <a:lvl5pPr>
              <a:defRPr sz="1800" cap="none"/>
            </a:lvl5pPr>
            <a:lvl6pPr>
              <a:defRPr sz="1800" cap="none"/>
            </a:lvl6pPr>
            <a:lvl7pPr>
              <a:defRPr sz="1800" cap="none"/>
            </a:lvl7pPr>
            <a:lvl8pPr>
              <a:defRPr sz="1800" cap="none"/>
            </a:lvl8pPr>
            <a:lvl9pPr>
              <a:defRPr sz="1800" cap="none"/>
            </a:lvl9pPr>
          </a:lstStyle>
          <a:p>
            <a:pPr/>
            <a:r>
              <a:t>Click to edit Master text styles</a:t>
            </a:r>
          </a:p>
          <a:p>
            <a:pPr lvl="1"/>
            <a:r>
              <a:t>Second level</a:t>
            </a:r>
          </a:p>
          <a:p>
            <a:pPr lvl="2"/>
            <a:r>
              <a:t>Third level</a:t>
            </a:r>
          </a:p>
          <a:p>
            <a:pPr lvl="3"/>
            <a:r>
              <a:t>Fourth level</a:t>
            </a:r>
          </a:p>
          <a:p>
            <a:pPr lvl="4"/>
            <a:r>
              <a:t>Fifth level</a:t>
            </a:r>
          </a:p>
        </p:txBody>
      </p:sp>
      <p:sp>
        <p:nvSpPr>
          <p:cNvPr id="5" name="DateTimeArea1"/>
          <p:cNvSpPr>
            <a:spLocks noGrp="1" noChangeArrowheads="1"/>
            <a:extLst>
              <a:ext uri="smNativeData">
                <pr:smNativeData xmlns:pr="smNativeData" xmlns="smNativeData" val="SMDATA_15_InWGaBMAAAAlAAAAZAAAAA8BAAAAkAAAAEgAAACQAAAASAAAAAAAAAAB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Nw7I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BsnAAA/FQAAWSkAABAAAAAmAAAACAAAAAAAAAAAAAAA"/>
              </a:ext>
            </a:extLst>
          </p:cNvSpPr>
          <p:nvPr>
            <p:ph type="dt" sz="quarter" idx="10"/>
          </p:nvPr>
        </p:nvSpPr>
        <p:spPr/>
        <p:txBody>
          <a:bodyPr/>
          <a:lstStyle/>
          <a:p>
            <a:pPr/>
            <a:fld id="{40636EDC-92AD-3698-E3DB-64CD20951531}" type="datetime1">
              <a:t/>
            </a:fld>
          </a:p>
        </p:txBody>
      </p:sp>
      <p:sp>
        <p:nvSpPr>
          <p:cNvPr id="6" name="FooterArea1"/>
          <p:cNvSpPr>
            <a:spLocks noGrp="1" noChangeArrowheads="1"/>
            <a:extLst>
              <a:ext uri="smNativeData">
                <pr:smNativeData xmlns:pr="smNativeData" xmlns="smNativeData" val="SMDATA_15_InWGaBMAAAAlAAAAZAAAAA8BAAAAkAAAAEgAAACQAAAASAAAAAAAAAAB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Nw7I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RkAABsnAABfMQAAWSkAABAAAAAmAAAACAAAAAAAAAAAAAAA"/>
              </a:ext>
            </a:extLst>
          </p:cNvSpPr>
          <p:nvPr>
            <p:ph type="ftr" sz="quarter" idx="11"/>
          </p:nvPr>
        </p:nvSpPr>
        <p:spPr/>
        <p:txBody>
          <a:bodyPr/>
          <a:lstStyle/>
          <a:p>
            <a:pPr/>
          </a:p>
        </p:txBody>
      </p:sp>
      <p:sp>
        <p:nvSpPr>
          <p:cNvPr id="7" name="SlideNumberArea1"/>
          <p:cNvSpPr>
            <a:spLocks noGrp="1" noChangeArrowheads="1"/>
            <a:extLst>
              <a:ext uri="smNativeData">
                <pr:smNativeData xmlns:pr="smNativeData" xmlns="smNativeData" val="SMDATA_15_InWGaBMAAAAlAAAAZAAAAA8BAAAAkAAAAEgAAACQAAAASAAAAAAAAAAB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Nw7I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TUAABsnAABARwAAWSkAABAAAAAmAAAACAAAAAAAAAAAAAAA"/>
              </a:ext>
            </a:extLst>
          </p:cNvSpPr>
          <p:nvPr>
            <p:ph type="sldNum" sz="quarter" idx="12"/>
          </p:nvPr>
        </p:nvSpPr>
        <p:spPr/>
        <p:txBody>
          <a:bodyPr/>
          <a:lstStyle/>
          <a:p>
            <a:pPr/>
            <a:fld id="{03FD14F5-BBEE-A8E2-A045-4DB75A0B5618}" type="slidenum">
              <a:t/>
            </a:fld>
          </a:p>
        </p:txBody>
      </p:sp>
    </p:spTree>
  </p:cSld>
  <p:clrMapOvr>
    <a:masterClrMapping/>
  </p:clrMapOvr>
  <p:hf hdr="0" ftr="0"/>
</p:sldLayout>
</file>

<file path=ppt/slideLayouts/slideLayout5.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twoTxTwoObj">
  <p:cSld name="Comparison">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InWGaBMAAAAlAAAAZAAAAA8BAAAAkAAAAEgAAACQAAAASAAAAAAAAAAB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Nw7I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LABAABARwAAuAgAABAAAAAmAAAACAAAAAAAAAAAAAAA"/>
              </a:ext>
            </a:extLst>
          </p:cNvSpPr>
          <p:nvPr>
            <p:ph type="title"/>
          </p:nvPr>
        </p:nvSpPr>
        <p:spPr/>
        <p:txBody>
          <a:bodyPr/>
          <a:lstStyle/>
          <a:p>
            <a:pPr/>
            <a:r>
              <a:t>Click to edit Master title style</a:t>
            </a:r>
          </a:p>
        </p:txBody>
      </p:sp>
      <p:sp>
        <p:nvSpPr>
          <p:cNvPr id="3" name="SlideText3"/>
          <p:cNvSpPr>
            <a:spLocks noGrp="1" noChangeArrowheads="1"/>
            <a:extLst>
              <a:ext uri="smNativeData">
                <pr:smNativeData xmlns:pr="smNativeData" xmlns="smNativeData" val="SMDATA_15_InWGaBMAAAAlAAAAZAAAAA8BAAAAkAAAAEgAAACQAAAASAAAAAAAAAAC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Nw7I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HEJAADjJAAAYQ0AABAAAAAmAAAACAAAAIGAAAAAAAAA"/>
              </a:ext>
            </a:extLst>
          </p:cNvSpPr>
          <p:nvPr>
            <p:ph idx="1"/>
          </p:nvPr>
        </p:nvSpPr>
        <p:spPr>
          <a:xfrm>
            <a:off x="609600" y="1534795"/>
            <a:ext cx="5386705" cy="640080"/>
          </a:xfrm>
        </p:spPr>
        <p:txBody>
          <a:bodyPr vert="horz" wrap="square" numCol="1" spcCol="215900" anchor="b">
            <a:prstTxWarp prst="textNoShape">
              <a:avLst/>
            </a:prstTxWarp>
          </a:bodyPr>
          <a:lstStyle>
            <a:lvl1pPr marL="0" indent="0">
              <a:buNone/>
              <a:defRPr sz="2400" b="1" cap="none"/>
            </a:lvl1pPr>
            <a:lvl2pPr marL="457200" indent="0">
              <a:buNone/>
              <a:defRPr sz="2000" b="1" cap="none"/>
            </a:lvl2pPr>
            <a:lvl3pPr marL="914400" indent="0">
              <a:buNone/>
              <a:defRPr sz="1800" b="1" cap="none"/>
            </a:lvl3pPr>
            <a:lvl4pPr marL="1371600" indent="0">
              <a:buNone/>
              <a:defRPr sz="1600" b="1" cap="none"/>
            </a:lvl4pPr>
            <a:lvl5pPr marL="1828800" indent="0">
              <a:buNone/>
              <a:defRPr sz="1600" b="1" cap="none"/>
            </a:lvl5pPr>
            <a:lvl6pPr marL="2286000" indent="0">
              <a:buNone/>
              <a:defRPr sz="1600" b="1" cap="none"/>
            </a:lvl6pPr>
            <a:lvl7pPr marL="2743200" indent="0">
              <a:buNone/>
              <a:defRPr sz="1600" b="1" cap="none"/>
            </a:lvl7pPr>
            <a:lvl8pPr marL="3200400" indent="0">
              <a:buNone/>
              <a:defRPr sz="1600" b="1" cap="none"/>
            </a:lvl8pPr>
            <a:lvl9pPr marL="3657600" indent="0">
              <a:buNone/>
              <a:defRPr sz="1600" b="1" cap="none"/>
            </a:lvl9pPr>
          </a:lstStyle>
          <a:p>
            <a:pPr/>
            <a:r>
              <a:t>Click to edit Master text styles</a:t>
            </a:r>
          </a:p>
        </p:txBody>
      </p:sp>
      <p:sp>
        <p:nvSpPr>
          <p:cNvPr id="4" name="SlideText1"/>
          <p:cNvSpPr>
            <a:spLocks noGrp="1" noChangeArrowheads="1"/>
            <a:extLst>
              <a:ext uri="smNativeData">
                <pr:smNativeData xmlns:pr="smNativeData" xmlns="smNativeData" val="SMDATA_15_InWGaBMAAAAlAAAAZAAAAA8BAAAAkAAAAEgAAACQAAAASAAAAAAAAAAA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Nw7I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GENAADjJAAAsCUAABAAAAAmAAAACAAAAAGAAAAAAAAA"/>
              </a:ext>
            </a:extLst>
          </p:cNvSpPr>
          <p:nvPr>
            <p:ph idx="2"/>
          </p:nvPr>
        </p:nvSpPr>
        <p:spPr>
          <a:xfrm>
            <a:off x="609600" y="2174875"/>
            <a:ext cx="5386705" cy="3951605"/>
          </a:xfrm>
        </p:spPr>
        <p:txBody>
          <a:bodyPr/>
          <a:lstStyle>
            <a:lvl1pPr>
              <a:defRPr sz="2400" cap="none"/>
            </a:lvl1pPr>
            <a:lvl2pPr>
              <a:defRPr sz="2000" cap="none"/>
            </a:lvl2pPr>
            <a:lvl3pPr>
              <a:defRPr sz="1800" cap="none"/>
            </a:lvl3pPr>
            <a:lvl4pPr>
              <a:defRPr sz="1600" cap="none"/>
            </a:lvl4pPr>
            <a:lvl5pPr>
              <a:defRPr sz="1600" cap="none"/>
            </a:lvl5pPr>
            <a:lvl6pPr>
              <a:defRPr sz="1600" cap="none"/>
            </a:lvl6pPr>
            <a:lvl7pPr>
              <a:defRPr sz="1600" cap="none"/>
            </a:lvl7pPr>
            <a:lvl8pPr>
              <a:defRPr sz="1600" cap="none"/>
            </a:lvl8pPr>
            <a:lvl9pPr>
              <a:defRPr sz="1600" cap="none"/>
            </a:lvl9pPr>
          </a:lstStyle>
          <a:p>
            <a:pPr/>
            <a:r>
              <a:t>Click to edit Master text styles</a:t>
            </a:r>
          </a:p>
          <a:p>
            <a:pPr lvl="1"/>
            <a:r>
              <a:t>Second level</a:t>
            </a:r>
          </a:p>
          <a:p>
            <a:pPr lvl="2"/>
            <a:r>
              <a:t>Third level</a:t>
            </a:r>
          </a:p>
          <a:p>
            <a:pPr lvl="3"/>
            <a:r>
              <a:t>Fourth level</a:t>
            </a:r>
          </a:p>
          <a:p>
            <a:pPr lvl="4"/>
            <a:r>
              <a:t>Fifth level</a:t>
            </a:r>
          </a:p>
        </p:txBody>
      </p:sp>
      <p:sp>
        <p:nvSpPr>
          <p:cNvPr id="5" name="SlideText2"/>
          <p:cNvSpPr>
            <a:spLocks noGrp="1" noChangeArrowheads="1"/>
            <a:extLst>
              <a:ext uri="smNativeData">
                <pr:smNativeData xmlns:pr="smNativeData" xmlns="smNativeData" val="SMDATA_15_InWGaBMAAAAlAAAAZAAAAA8BAAAAkAAAAEgAAACQAAAASAAAAAAAAAAC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Nw7I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HSYAAHEJAABARwAAYQ0AABAAAAAmAAAACAAAAIGAAAAAAAAA"/>
              </a:ext>
            </a:extLst>
          </p:cNvSpPr>
          <p:nvPr>
            <p:ph idx="3"/>
          </p:nvPr>
        </p:nvSpPr>
        <p:spPr>
          <a:xfrm>
            <a:off x="6195695" y="1534795"/>
            <a:ext cx="5386705" cy="640080"/>
          </a:xfrm>
        </p:spPr>
        <p:txBody>
          <a:bodyPr vert="horz" wrap="square" numCol="1" spcCol="215900" anchor="b">
            <a:prstTxWarp prst="textNoShape">
              <a:avLst/>
            </a:prstTxWarp>
          </a:bodyPr>
          <a:lstStyle>
            <a:lvl1pPr marL="0" indent="0">
              <a:buNone/>
              <a:defRPr sz="2400" b="1" cap="none"/>
            </a:lvl1pPr>
            <a:lvl2pPr marL="457200" indent="0">
              <a:buNone/>
              <a:defRPr sz="2000" b="1" cap="none"/>
            </a:lvl2pPr>
            <a:lvl3pPr marL="914400" indent="0">
              <a:buNone/>
              <a:defRPr sz="1800" b="1" cap="none"/>
            </a:lvl3pPr>
            <a:lvl4pPr marL="1371600" indent="0">
              <a:buNone/>
              <a:defRPr sz="1600" b="1" cap="none"/>
            </a:lvl4pPr>
            <a:lvl5pPr marL="1828800" indent="0">
              <a:buNone/>
              <a:defRPr sz="1600" b="1" cap="none"/>
            </a:lvl5pPr>
            <a:lvl6pPr marL="2286000" indent="0">
              <a:buNone/>
              <a:defRPr sz="1600" b="1" cap="none"/>
            </a:lvl6pPr>
            <a:lvl7pPr marL="2743200" indent="0">
              <a:buNone/>
              <a:defRPr sz="1600" b="1" cap="none"/>
            </a:lvl7pPr>
            <a:lvl8pPr marL="3200400" indent="0">
              <a:buNone/>
              <a:defRPr sz="1600" b="1" cap="none"/>
            </a:lvl8pPr>
            <a:lvl9pPr marL="3657600" indent="0">
              <a:buNone/>
              <a:defRPr sz="1600" b="1" cap="none"/>
            </a:lvl9pPr>
          </a:lstStyle>
          <a:p>
            <a:pPr/>
            <a:r>
              <a:t>Click to edit Master text styles</a:t>
            </a:r>
          </a:p>
        </p:txBody>
      </p:sp>
      <p:sp>
        <p:nvSpPr>
          <p:cNvPr id="6" name="SlideText4"/>
          <p:cNvSpPr>
            <a:spLocks noGrp="1" noChangeArrowheads="1"/>
            <a:extLst>
              <a:ext uri="smNativeData">
                <pr:smNativeData xmlns:pr="smNativeData" xmlns="smNativeData" val="SMDATA_15_InWGaBMAAAAlAAAAZAAAAA8BAAAAkAAAAEgAAACQAAAASAAAAAAAAAAA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Nw7I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HSYAAGENAABARwAAsCUAABAAAAAmAAAACAAAAAGAAAAAAAAA"/>
              </a:ext>
            </a:extLst>
          </p:cNvSpPr>
          <p:nvPr>
            <p:ph idx="4"/>
          </p:nvPr>
        </p:nvSpPr>
        <p:spPr>
          <a:xfrm>
            <a:off x="6195695" y="2174875"/>
            <a:ext cx="5386705" cy="3951605"/>
          </a:xfrm>
        </p:spPr>
        <p:txBody>
          <a:bodyPr/>
          <a:lstStyle>
            <a:lvl1pPr>
              <a:defRPr sz="2400" cap="none"/>
            </a:lvl1pPr>
            <a:lvl2pPr>
              <a:defRPr sz="2000" cap="none"/>
            </a:lvl2pPr>
            <a:lvl3pPr>
              <a:defRPr sz="1800" cap="none"/>
            </a:lvl3pPr>
            <a:lvl4pPr>
              <a:defRPr sz="1600" cap="none"/>
            </a:lvl4pPr>
            <a:lvl5pPr>
              <a:defRPr sz="1600" cap="none"/>
            </a:lvl5pPr>
            <a:lvl6pPr>
              <a:defRPr sz="1600" cap="none"/>
            </a:lvl6pPr>
            <a:lvl7pPr>
              <a:defRPr sz="1600" cap="none"/>
            </a:lvl7pPr>
            <a:lvl8pPr>
              <a:defRPr sz="1600" cap="none"/>
            </a:lvl8pPr>
            <a:lvl9pPr>
              <a:defRPr sz="1600" cap="none"/>
            </a:lvl9pPr>
          </a:lstStyle>
          <a:p>
            <a:pPr/>
            <a:r>
              <a:t>Click to edit Master text styles</a:t>
            </a:r>
          </a:p>
          <a:p>
            <a:pPr lvl="1"/>
            <a:r>
              <a:t>Second level</a:t>
            </a:r>
          </a:p>
          <a:p>
            <a:pPr lvl="2"/>
            <a:r>
              <a:t>Third level</a:t>
            </a:r>
          </a:p>
          <a:p>
            <a:pPr lvl="3"/>
            <a:r>
              <a:t>Fourth level</a:t>
            </a:r>
          </a:p>
          <a:p>
            <a:pPr lvl="4"/>
            <a:r>
              <a:t>Fifth level</a:t>
            </a:r>
          </a:p>
        </p:txBody>
      </p:sp>
      <p:sp>
        <p:nvSpPr>
          <p:cNvPr id="7" name="DateTimeArea1"/>
          <p:cNvSpPr>
            <a:spLocks noGrp="1" noChangeArrowheads="1"/>
            <a:extLst>
              <a:ext uri="smNativeData">
                <pr:smNativeData xmlns:pr="smNativeData" xmlns="smNativeData" val="SMDATA_15_InWGaBMAAAAlAAAAZAAAAA8BAAAAkAAAAEgAAACQAAAASAAAAAAAAAAB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Nw7I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BsnAAA/FQAAWSkAABAAAAAmAAAACAAAAAAAAAAAAAAA"/>
              </a:ext>
            </a:extLst>
          </p:cNvSpPr>
          <p:nvPr>
            <p:ph type="dt" sz="quarter" idx="10"/>
          </p:nvPr>
        </p:nvSpPr>
        <p:spPr/>
        <p:txBody>
          <a:bodyPr/>
          <a:lstStyle/>
          <a:p>
            <a:pPr/>
            <a:fld id="{0CBC93F0-BEE1-E965-AF04-4830DD4A591D}" type="datetime1">
              <a:t/>
            </a:fld>
          </a:p>
        </p:txBody>
      </p:sp>
      <p:sp>
        <p:nvSpPr>
          <p:cNvPr id="8" name="FooterArea1"/>
          <p:cNvSpPr>
            <a:spLocks noGrp="1" noChangeArrowheads="1"/>
            <a:extLst>
              <a:ext uri="smNativeData">
                <pr:smNativeData xmlns:pr="smNativeData" xmlns="smNativeData" val="SMDATA_15_InWGaBMAAAAlAAAAZAAAAA8BAAAAkAAAAEgAAACQAAAASAAAAAAAAAAB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Nw7I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RkAABsnAABfMQAAWSkAABAAAAAmAAAACAAAAAAAAAAAAAAA"/>
              </a:ext>
            </a:extLst>
          </p:cNvSpPr>
          <p:nvPr>
            <p:ph type="ftr" sz="quarter" idx="11"/>
          </p:nvPr>
        </p:nvSpPr>
        <p:spPr/>
        <p:txBody>
          <a:bodyPr/>
          <a:lstStyle/>
          <a:p>
            <a:pPr/>
          </a:p>
        </p:txBody>
      </p:sp>
      <p:sp>
        <p:nvSpPr>
          <p:cNvPr id="9" name="SlideNumberArea1"/>
          <p:cNvSpPr>
            <a:spLocks noGrp="1" noChangeArrowheads="1"/>
            <a:extLst>
              <a:ext uri="smNativeData">
                <pr:smNativeData xmlns:pr="smNativeData" xmlns="smNativeData" val="SMDATA_15_InWGaBMAAAAlAAAAZAAAAA8BAAAAkAAAAEgAAACQAAAASAAAAAAAAAAB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Nw7I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TUAABsnAABARwAAWSkAABAAAAAmAAAACAAAAAAAAAAAAAAA"/>
              </a:ext>
            </a:extLst>
          </p:cNvSpPr>
          <p:nvPr>
            <p:ph type="sldNum" sz="quarter" idx="12"/>
          </p:nvPr>
        </p:nvSpPr>
        <p:spPr/>
        <p:txBody>
          <a:bodyPr/>
          <a:lstStyle/>
          <a:p>
            <a:pPr/>
            <a:fld id="{15BA9352-1CF8-EF65-B602-EA30DD4C40BF}" type="slidenum">
              <a:t/>
            </a:fld>
          </a:p>
        </p:txBody>
      </p:sp>
    </p:spTree>
  </p:cSld>
  <p:clrMapOvr>
    <a:masterClrMapping/>
  </p:clrMapOvr>
  <p:hf hdr="0" ftr="0"/>
</p:sldLayout>
</file>

<file path=ppt/slideLayouts/slideLayout6.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titleOnly">
  <p:cSld name="Title only">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InWGaBMAAAAlAAAAZAAAAA8BAAAAkAAAAEgAAACQAAAASAAAAAAAAAAB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Nw7I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LABAABARwAAuAgAABAAAAAmAAAACAAAAAAAAAAAAAAA"/>
              </a:ext>
            </a:extLst>
          </p:cNvSpPr>
          <p:nvPr>
            <p:ph type="title"/>
          </p:nvPr>
        </p:nvSpPr>
        <p:spPr/>
        <p:txBody>
          <a:bodyPr/>
          <a:lstStyle/>
          <a:p>
            <a:pPr/>
            <a:r>
              <a:t>Click to edit Master title style</a:t>
            </a:r>
          </a:p>
        </p:txBody>
      </p:sp>
      <p:sp>
        <p:nvSpPr>
          <p:cNvPr id="3" name="DateTimeArea1"/>
          <p:cNvSpPr>
            <a:spLocks noGrp="1" noChangeArrowheads="1"/>
            <a:extLst>
              <a:ext uri="smNativeData">
                <pr:smNativeData xmlns:pr="smNativeData" xmlns="smNativeData" val="SMDATA_15_InWGaBMAAAAlAAAAZAAAAA8BAAAAkAAAAEgAAACQAAAASAAAAAAAAAAB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Nw7I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BsnAAA/FQAAWSkAABAAAAAmAAAACAAAAAAAAAAAAAAA"/>
              </a:ext>
            </a:extLst>
          </p:cNvSpPr>
          <p:nvPr>
            <p:ph type="dt" sz="quarter" idx="10"/>
          </p:nvPr>
        </p:nvSpPr>
        <p:spPr/>
        <p:txBody>
          <a:bodyPr/>
          <a:lstStyle/>
          <a:p>
            <a:pPr/>
            <a:fld id="{0EB312A0-EEE3-E6E4-AD0B-18B15C455B4D}" type="datetime1">
              <a:t/>
            </a:fld>
          </a:p>
        </p:txBody>
      </p:sp>
      <p:sp>
        <p:nvSpPr>
          <p:cNvPr id="4" name="FooterArea1"/>
          <p:cNvSpPr>
            <a:spLocks noGrp="1" noChangeArrowheads="1"/>
            <a:extLst>
              <a:ext uri="smNativeData">
                <pr:smNativeData xmlns:pr="smNativeData" xmlns="smNativeData" val="SMDATA_15_InWGaBMAAAAlAAAAZAAAAA8BAAAAkAAAAEgAAACQAAAASAAAAAAAAAAB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Nw7I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RkAABsnAABfMQAAWSkAABAAAAAmAAAACAAAAAAAAAAAAAAA"/>
              </a:ext>
            </a:extLst>
          </p:cNvSpPr>
          <p:nvPr>
            <p:ph type="ftr" sz="quarter" idx="11"/>
          </p:nvPr>
        </p:nvSpPr>
        <p:spPr/>
        <p:txBody>
          <a:bodyPr/>
          <a:lstStyle/>
          <a:p>
            <a:pPr/>
          </a:p>
        </p:txBody>
      </p:sp>
      <p:sp>
        <p:nvSpPr>
          <p:cNvPr id="5" name="SlideNumberArea1"/>
          <p:cNvSpPr>
            <a:spLocks noGrp="1" noChangeArrowheads="1"/>
            <a:extLst>
              <a:ext uri="smNativeData">
                <pr:smNativeData xmlns:pr="smNativeData" xmlns="smNativeData" val="SMDATA_15_InWGaBMAAAAlAAAAZAAAAA8BAAAAkAAAAEgAAACQAAAASAAAAAAAAAAB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Nw7I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TUAABsnAABARwAAWSkAABAAAAAmAAAACAAAAAAAAAAAAAAA"/>
              </a:ext>
            </a:extLst>
          </p:cNvSpPr>
          <p:nvPr>
            <p:ph type="sldNum" sz="quarter" idx="12"/>
          </p:nvPr>
        </p:nvSpPr>
        <p:spPr/>
        <p:txBody>
          <a:bodyPr/>
          <a:lstStyle/>
          <a:p>
            <a:pPr/>
            <a:fld id="{20C16417-59CD-9492-8379-AFC72A3775FA}" type="slidenum">
              <a:t/>
            </a:fld>
          </a:p>
        </p:txBody>
      </p:sp>
    </p:spTree>
  </p:cSld>
  <p:clrMapOvr>
    <a:masterClrMapping/>
  </p:clrMapOvr>
  <p:hf hdr="0" ftr="0"/>
</p:sldLayout>
</file>

<file path=ppt/slideLayouts/slideLayout7.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blank">
  <p:cSld name="Blank">
    <p:spTree>
      <p:nvGrpSpPr>
        <p:cNvPr id="1" name=""/>
        <p:cNvGrpSpPr/>
        <p:nvPr/>
      </p:nvGrpSpPr>
      <p:grpSpPr>
        <a:xfrm>
          <a:off x="0" y="0"/>
          <a:ext cx="0" cy="0"/>
          <a:chOff x="0" y="0"/>
          <a:chExt cx="0" cy="0"/>
        </a:xfrm>
      </p:grpSpPr>
      <p:sp>
        <p:nvSpPr>
          <p:cNvPr id="2" name="DateTimeArea1"/>
          <p:cNvSpPr>
            <a:spLocks noGrp="1" noChangeArrowheads="1"/>
            <a:extLst>
              <a:ext uri="smNativeData">
                <pr:smNativeData xmlns:pr="smNativeData" xmlns="smNativeData" val="SMDATA_15_InWGaBMAAAAlAAAAZAAAAA8BAAAAkAAAAEgAAACQAAAASAAAAAAAAAAB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Nw7I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BsnAAA/FQAAWSkAABAAAAAmAAAACAAAAAAAAAAAAAAA"/>
              </a:ext>
            </a:extLst>
          </p:cNvSpPr>
          <p:nvPr>
            <p:ph type="dt" sz="quarter" idx="10"/>
          </p:nvPr>
        </p:nvSpPr>
        <p:spPr/>
        <p:txBody>
          <a:bodyPr/>
          <a:lstStyle/>
          <a:p>
            <a:pPr/>
            <a:fld id="{16DE1171-3FFB-8BE7-B566-C9B25F28439C}" type="datetime1">
              <a:t/>
            </a:fld>
          </a:p>
        </p:txBody>
      </p:sp>
      <p:sp>
        <p:nvSpPr>
          <p:cNvPr id="3" name="FooterArea1"/>
          <p:cNvSpPr>
            <a:spLocks noGrp="1" noChangeArrowheads="1"/>
            <a:extLst>
              <a:ext uri="smNativeData">
                <pr:smNativeData xmlns:pr="smNativeData" xmlns="smNativeData" val="SMDATA_15_InWGaBMAAAAlAAAAZAAAAA8BAAAAkAAAAEgAAACQAAAASAAAAAAAAAAB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RkAABsnAABfMQAAWSkAABAAAAAmAAAACAAAAAAAAAAAAAAA"/>
              </a:ext>
            </a:extLst>
          </p:cNvSpPr>
          <p:nvPr>
            <p:ph type="ftr" sz="quarter" idx="11"/>
          </p:nvPr>
        </p:nvSpPr>
        <p:spPr/>
        <p:txBody>
          <a:bodyPr/>
          <a:lstStyle/>
          <a:p>
            <a:pPr/>
          </a:p>
        </p:txBody>
      </p:sp>
      <p:sp>
        <p:nvSpPr>
          <p:cNvPr id="4" name="SlideNumberArea1"/>
          <p:cNvSpPr>
            <a:spLocks noGrp="1" noChangeArrowheads="1"/>
            <a:extLst>
              <a:ext uri="smNativeData">
                <pr:smNativeData xmlns:pr="smNativeData" xmlns="smNativeData" val="SMDATA_15_InWGaBMAAAAlAAAAZAAAAA8BAAAAkAAAAEgAAACQAAAASAAAAAAAAAAB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TUAABsnAABARwAAWSkAABAAAAAmAAAACAAAAAAAAAAAAAAA"/>
              </a:ext>
            </a:extLst>
          </p:cNvSpPr>
          <p:nvPr>
            <p:ph type="sldNum" sz="quarter" idx="12"/>
          </p:nvPr>
        </p:nvSpPr>
        <p:spPr/>
        <p:txBody>
          <a:bodyPr/>
          <a:lstStyle/>
          <a:p>
            <a:pPr/>
            <a:fld id="{67C0C6FD-B38A-9530-C478-456588363210}" type="slidenum">
              <a:t/>
            </a:fld>
          </a:p>
        </p:txBody>
      </p:sp>
    </p:spTree>
  </p:cSld>
  <p:clrMapOvr>
    <a:masterClrMapping/>
  </p:clrMapOvr>
  <p:hf hdr="0" ftr="0"/>
</p:sldLayout>
</file>

<file path=ppt/slideLayouts/slideLayout8.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objTx">
  <p:cSld name="Content with caption">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InWGaBMAAAAlAAAAZAAAAA8BAAAAkAAAAEgAAACQAAAASAAAAAAAAAAC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4BAABtHAAA1AgAABAAAAAmAAAACAAAAIGAAAAAAAAA"/>
              </a:ext>
            </a:extLst>
          </p:cNvSpPr>
          <p:nvPr>
            <p:ph type="title"/>
          </p:nvPr>
        </p:nvSpPr>
        <p:spPr>
          <a:xfrm>
            <a:off x="609600" y="273050"/>
            <a:ext cx="4011295" cy="1162050"/>
          </a:xfrm>
        </p:spPr>
        <p:txBody>
          <a:bodyPr vert="horz" wrap="square" numCol="1" spcCol="215900" anchor="b">
            <a:prstTxWarp prst="textNoShape">
              <a:avLst/>
            </a:prstTxWarp>
          </a:bodyPr>
          <a:lstStyle>
            <a:lvl1pPr algn="l">
              <a:defRPr sz="2000" b="1" cap="none"/>
            </a:lvl1pPr>
          </a:lstStyle>
          <a:p>
            <a:pPr/>
            <a:r>
              <a:t>Click to edit Master title style</a:t>
            </a:r>
          </a:p>
        </p:txBody>
      </p:sp>
      <p:sp>
        <p:nvSpPr>
          <p:cNvPr id="3" name="SlideText2"/>
          <p:cNvSpPr>
            <a:spLocks noGrp="1" noChangeArrowheads="1"/>
            <a:extLst>
              <a:ext uri="smNativeData">
                <pr:smNativeData xmlns:pr="smNativeData" xmlns="smNativeData" val="SMDATA_15_InWGaBMAAAAlAAAAZAAAAA8BAAAAkAAAAEgAAACQAAAASAAAAAAAAAAA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0AAK4BAABARwAAsCUAABAAAAAmAAAACAAAAAGAAAAAAAAA"/>
              </a:ext>
            </a:extLst>
          </p:cNvSpPr>
          <p:nvPr>
            <p:ph idx="1"/>
          </p:nvPr>
        </p:nvSpPr>
        <p:spPr>
          <a:xfrm>
            <a:off x="4766945" y="273050"/>
            <a:ext cx="6815455" cy="5853430"/>
          </a:xfrm>
        </p:spPr>
        <p:txBody>
          <a:bodyPr/>
          <a:lstStyle>
            <a:lvl1pPr>
              <a:defRPr sz="3200" cap="none"/>
            </a:lvl1pPr>
            <a:lvl2pPr>
              <a:defRPr sz="2800" cap="none"/>
            </a:lvl2pPr>
            <a:lvl3pPr>
              <a:defRPr sz="2400" cap="none"/>
            </a:lvl3pPr>
            <a:lvl4pPr>
              <a:defRPr sz="2000" cap="none"/>
            </a:lvl4pPr>
            <a:lvl5pPr>
              <a:defRPr sz="2000" cap="none"/>
            </a:lvl5pPr>
            <a:lvl6pPr>
              <a:defRPr sz="2000" cap="none"/>
            </a:lvl6pPr>
            <a:lvl7pPr>
              <a:defRPr sz="2000" cap="none"/>
            </a:lvl7pPr>
            <a:lvl8pPr>
              <a:defRPr sz="2000" cap="none"/>
            </a:lvl8pPr>
            <a:lvl9pPr>
              <a:defRPr sz="2000" cap="none"/>
            </a:lvl9pPr>
          </a:lstStyle>
          <a:p>
            <a:pPr/>
            <a:r>
              <a:t>Click to edit Master text styles</a:t>
            </a:r>
          </a:p>
          <a:p>
            <a:pPr lvl="1"/>
            <a:r>
              <a:t>Second level</a:t>
            </a:r>
          </a:p>
          <a:p>
            <a:pPr lvl="2"/>
            <a:r>
              <a:t>Third level</a:t>
            </a:r>
          </a:p>
          <a:p>
            <a:pPr lvl="3"/>
            <a:r>
              <a:t>Fourth level</a:t>
            </a:r>
          </a:p>
          <a:p>
            <a:pPr lvl="4"/>
            <a:r>
              <a:t>Fifth level</a:t>
            </a:r>
          </a:p>
        </p:txBody>
      </p:sp>
      <p:sp>
        <p:nvSpPr>
          <p:cNvPr id="4" name="SlideText1"/>
          <p:cNvSpPr>
            <a:spLocks noGrp="1" noChangeArrowheads="1"/>
            <a:extLst>
              <a:ext uri="smNativeData">
                <pr:smNativeData xmlns:pr="smNativeData" xmlns="smNativeData" val="SMDATA_15_InWGaBMAAAAlAAAAZAAAAA8BAAAAkAAAAEgAAACQAAAASAAAAAAAAAAA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QIAABtHAAAsCUAABAAAAAmAAAACAAAAAGAAAAAAAAA"/>
              </a:ext>
            </a:extLst>
          </p:cNvSpPr>
          <p:nvPr>
            <p:ph idx="2"/>
          </p:nvPr>
        </p:nvSpPr>
        <p:spPr>
          <a:xfrm>
            <a:off x="609600" y="1435100"/>
            <a:ext cx="4011295" cy="4691380"/>
          </a:xfrm>
        </p:spPr>
        <p:txBody>
          <a:bodyPr/>
          <a:lstStyle>
            <a:lvl1pPr marL="0" indent="0">
              <a:buNone/>
              <a:defRPr sz="1400" cap="none"/>
            </a:lvl1pPr>
            <a:lvl2pPr marL="457200" indent="0">
              <a:buNone/>
              <a:defRPr sz="1200" cap="none"/>
            </a:lvl2pPr>
            <a:lvl3pPr marL="914400" indent="0">
              <a:buNone/>
              <a:defRPr sz="1000" cap="none"/>
            </a:lvl3pPr>
            <a:lvl4pPr marL="1371600" indent="0">
              <a:buNone/>
              <a:defRPr sz="900" cap="none"/>
            </a:lvl4pPr>
            <a:lvl5pPr marL="1828800" indent="0">
              <a:buNone/>
              <a:defRPr sz="900" cap="none"/>
            </a:lvl5pPr>
            <a:lvl6pPr marL="2286000" indent="0">
              <a:buNone/>
              <a:defRPr sz="900" cap="none"/>
            </a:lvl6pPr>
            <a:lvl7pPr marL="2743200" indent="0">
              <a:buNone/>
              <a:defRPr sz="900" cap="none"/>
            </a:lvl7pPr>
            <a:lvl8pPr marL="3200400" indent="0">
              <a:buNone/>
              <a:defRPr sz="900" cap="none"/>
            </a:lvl8pPr>
            <a:lvl9pPr marL="3657600" indent="0">
              <a:buNone/>
              <a:defRPr sz="900" cap="none"/>
            </a:lvl9pPr>
          </a:lstStyle>
          <a:p>
            <a:pPr/>
            <a:r>
              <a:t>Click to edit Master text styles</a:t>
            </a:r>
          </a:p>
        </p:txBody>
      </p:sp>
      <p:sp>
        <p:nvSpPr>
          <p:cNvPr id="5" name="DateTimeArea1"/>
          <p:cNvSpPr>
            <a:spLocks noGrp="1" noChangeArrowheads="1"/>
            <a:extLst>
              <a:ext uri="smNativeData">
                <pr:smNativeData xmlns:pr="smNativeData" xmlns="smNativeData" val="SMDATA_15_InWGaBMAAAAlAAAAZAAAAA8BAAAAkAAAAEgAAACQAAAASAAAAAAAAAAB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BsnAAA/FQAAWSkAABAAAAAmAAAACAAAAAAAAAAAAAAA"/>
              </a:ext>
            </a:extLst>
          </p:cNvSpPr>
          <p:nvPr>
            <p:ph type="dt" sz="quarter" idx="10"/>
          </p:nvPr>
        </p:nvSpPr>
        <p:spPr/>
        <p:txBody>
          <a:bodyPr/>
          <a:lstStyle/>
          <a:p>
            <a:pPr/>
            <a:fld id="{4F6A6A95-DBA2-3F9C-ECD2-2DC9249C1A78}" type="datetime1">
              <a:t/>
            </a:fld>
          </a:p>
        </p:txBody>
      </p:sp>
      <p:sp>
        <p:nvSpPr>
          <p:cNvPr id="6" name="FooterArea1"/>
          <p:cNvSpPr>
            <a:spLocks noGrp="1" noChangeArrowheads="1"/>
            <a:extLst>
              <a:ext uri="smNativeData">
                <pr:smNativeData xmlns:pr="smNativeData" xmlns="smNativeData" val="SMDATA_15_InWGaBMAAAAlAAAAZAAAAA8BAAAAkAAAAEgAAACQAAAASAAAAAAAAAAB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HNwY0I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RkAABsnAABfMQAAWSkAABAAAAAmAAAACAAAAAAAAAAAAAAA"/>
              </a:ext>
            </a:extLst>
          </p:cNvSpPr>
          <p:nvPr>
            <p:ph type="ftr" sz="quarter" idx="11"/>
          </p:nvPr>
        </p:nvSpPr>
        <p:spPr/>
        <p:txBody>
          <a:bodyPr/>
          <a:lstStyle/>
          <a:p>
            <a:pPr/>
          </a:p>
        </p:txBody>
      </p:sp>
      <p:sp>
        <p:nvSpPr>
          <p:cNvPr id="7" name="SlideNumberArea1"/>
          <p:cNvSpPr>
            <a:spLocks noGrp="1" noChangeArrowheads="1"/>
            <a:extLst>
              <a:ext uri="smNativeData">
                <pr:smNativeData xmlns:pr="smNativeData" xmlns="smNativeData" val="SMDATA_15_InWGaBMAAAAlAAAAZAAAAA8BAAAAkAAAAEgAAACQAAAASAAAAAAAAAAB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TUAABsnAABARwAAWSkAABAAAAAmAAAACAAAAAAAAAAAAAAA"/>
              </a:ext>
            </a:extLst>
          </p:cNvSpPr>
          <p:nvPr>
            <p:ph type="sldNum" sz="quarter" idx="12"/>
          </p:nvPr>
        </p:nvSpPr>
        <p:spPr/>
        <p:txBody>
          <a:bodyPr/>
          <a:lstStyle/>
          <a:p>
            <a:pPr/>
            <a:fld id="{034DAB49-07EE-185D-A0F5-F108E5BB56A4}" type="slidenum">
              <a:t/>
            </a:fld>
          </a:p>
        </p:txBody>
      </p:sp>
    </p:spTree>
  </p:cSld>
  <p:clrMapOvr>
    <a:masterClrMapping/>
  </p:clrMapOvr>
  <p:hf hdr="0" ftr="0"/>
</p:sldLayout>
</file>

<file path=ppt/slideLayouts/slideLayout9.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picTx">
  <p:cSld name="Picture with caption">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InWGaBMAAAAlAAAAZAAAAA8BAAAAkAAAAEgAAACQAAAASAAAAAAAAAAC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sw4AAIgdAACzOwAABCEAABAAAAAmAAAACAAAAIGAAAAAAAAA"/>
              </a:ext>
            </a:extLst>
          </p:cNvSpPr>
          <p:nvPr>
            <p:ph type="title"/>
          </p:nvPr>
        </p:nvSpPr>
        <p:spPr>
          <a:xfrm>
            <a:off x="2389505" y="4800600"/>
            <a:ext cx="7315200" cy="566420"/>
          </a:xfrm>
        </p:spPr>
        <p:txBody>
          <a:bodyPr vert="horz" wrap="square" numCol="1" spcCol="215900" anchor="b">
            <a:prstTxWarp prst="textNoShape">
              <a:avLst/>
            </a:prstTxWarp>
          </a:bodyPr>
          <a:lstStyle>
            <a:lvl1pPr algn="l">
              <a:defRPr sz="2000" b="1" cap="none"/>
            </a:lvl1pPr>
          </a:lstStyle>
          <a:p>
            <a:pPr/>
            <a:r>
              <a:t>Click to edit Master title style</a:t>
            </a:r>
          </a:p>
        </p:txBody>
      </p:sp>
      <p:sp>
        <p:nvSpPr>
          <p:cNvPr id="3" name="SlideText2"/>
          <p:cNvSpPr>
            <a:spLocks noGrp="1" noChangeArrowheads="1"/>
            <a:extLst>
              <a:ext uri="smNativeData">
                <pr:smNativeData xmlns:pr="smNativeData" xmlns="smNativeData" val="SMDATA_15_InWGaBMAAAAlAAAAZAAAAA8BAAAAkAAAAEgAAACQAAAASAAAAAAAAAAA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sw4AAMYDAACzOwAAFh0AABAAAAAmAAAACAAAAAGAAAAAAAAA"/>
              </a:ext>
            </a:extLst>
          </p:cNvSpPr>
          <p:nvPr>
            <p:ph idx="1"/>
          </p:nvPr>
        </p:nvSpPr>
        <p:spPr>
          <a:xfrm>
            <a:off x="2389505" y="613410"/>
            <a:ext cx="7315200" cy="4114800"/>
          </a:xfrm>
        </p:spPr>
        <p:txBody>
          <a:bodyPr/>
          <a:lstStyle>
            <a:lvl1pPr marL="0" indent="0">
              <a:buNone/>
              <a:defRPr sz="3200" cap="none"/>
            </a:lvl1pPr>
            <a:lvl2pPr marL="457200" indent="0">
              <a:buNone/>
              <a:defRPr sz="2800" cap="none"/>
            </a:lvl2pPr>
            <a:lvl3pPr marL="914400" indent="0">
              <a:buNone/>
              <a:defRPr sz="2400" cap="none"/>
            </a:lvl3pPr>
            <a:lvl4pPr marL="1371600" indent="0">
              <a:buNone/>
              <a:defRPr sz="2000" cap="none"/>
            </a:lvl4pPr>
            <a:lvl5pPr marL="1828800" indent="0">
              <a:buNone/>
              <a:defRPr sz="2000" cap="none"/>
            </a:lvl5pPr>
            <a:lvl6pPr marL="2286000" indent="0">
              <a:buNone/>
              <a:defRPr sz="2000" cap="none"/>
            </a:lvl6pPr>
            <a:lvl7pPr marL="2743200" indent="0">
              <a:buNone/>
              <a:defRPr sz="2000" cap="none"/>
            </a:lvl7pPr>
            <a:lvl8pPr marL="3200400" indent="0">
              <a:buNone/>
              <a:defRPr sz="2000" cap="none"/>
            </a:lvl8pPr>
            <a:lvl9pPr marL="3657600" indent="0">
              <a:buNone/>
              <a:defRPr sz="2000" cap="none"/>
            </a:lvl9pPr>
          </a:lstStyle>
          <a:p>
            <a:pPr/>
            <a:r>
              <a:t>Click to edit Master text styles</a:t>
            </a:r>
          </a:p>
        </p:txBody>
      </p:sp>
      <p:sp>
        <p:nvSpPr>
          <p:cNvPr id="4" name="SlideText1"/>
          <p:cNvSpPr>
            <a:spLocks noGrp="1" noChangeArrowheads="1"/>
            <a:extLst>
              <a:ext uri="smNativeData">
                <pr:smNativeData xmlns:pr="smNativeData" xmlns="smNativeData" val="SMDATA_15_InWGaBMAAAAlAAAAZAAAAA8BAAAAkAAAAEgAAACQAAAASAAAAAAAAAAA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sw4AAAQhAACzOwAA+CUAABAAAAAmAAAACAAAAAGAAAAAAAAA"/>
              </a:ext>
            </a:extLst>
          </p:cNvSpPr>
          <p:nvPr>
            <p:ph idx="2"/>
          </p:nvPr>
        </p:nvSpPr>
        <p:spPr>
          <a:xfrm>
            <a:off x="2389505" y="5367020"/>
            <a:ext cx="7315200" cy="805180"/>
          </a:xfrm>
        </p:spPr>
        <p:txBody>
          <a:bodyPr/>
          <a:lstStyle>
            <a:lvl1pPr marL="0" indent="0">
              <a:buNone/>
              <a:defRPr sz="1400" cap="none"/>
            </a:lvl1pPr>
            <a:lvl2pPr marL="457200" indent="0">
              <a:buNone/>
              <a:defRPr sz="1200" cap="none"/>
            </a:lvl2pPr>
            <a:lvl3pPr marL="914400" indent="0">
              <a:buNone/>
              <a:defRPr sz="1000" cap="none"/>
            </a:lvl3pPr>
            <a:lvl4pPr marL="1371600" indent="0">
              <a:buNone/>
              <a:defRPr sz="900" cap="none"/>
            </a:lvl4pPr>
            <a:lvl5pPr marL="1828800" indent="0">
              <a:buNone/>
              <a:defRPr sz="900" cap="none"/>
            </a:lvl5pPr>
            <a:lvl6pPr marL="2286000" indent="0">
              <a:buNone/>
              <a:defRPr sz="900" cap="none"/>
            </a:lvl6pPr>
            <a:lvl7pPr marL="2743200" indent="0">
              <a:buNone/>
              <a:defRPr sz="900" cap="none"/>
            </a:lvl7pPr>
            <a:lvl8pPr marL="3200400" indent="0">
              <a:buNone/>
              <a:defRPr sz="900" cap="none"/>
            </a:lvl8pPr>
            <a:lvl9pPr marL="3657600" indent="0">
              <a:buNone/>
              <a:defRPr sz="900" cap="none"/>
            </a:lvl9pPr>
          </a:lstStyle>
          <a:p>
            <a:pPr/>
            <a:r>
              <a:t>Click to edit Master text styles</a:t>
            </a:r>
          </a:p>
        </p:txBody>
      </p:sp>
      <p:sp>
        <p:nvSpPr>
          <p:cNvPr id="5" name="DateTimeArea1"/>
          <p:cNvSpPr>
            <a:spLocks noGrp="1" noChangeArrowheads="1"/>
            <a:extLst>
              <a:ext uri="smNativeData">
                <pr:smNativeData xmlns:pr="smNativeData" xmlns="smNativeData" val="SMDATA_15_InWGaBMAAAAlAAAAZAAAAA8BAAAAkAAAAEgAAACQAAAASAAAAAAAAAAB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BsnAAA/FQAAWSkAABAAAAAmAAAACAAAAAAAAAAAAAAA"/>
              </a:ext>
            </a:extLst>
          </p:cNvSpPr>
          <p:nvPr>
            <p:ph type="dt" sz="quarter" idx="10"/>
          </p:nvPr>
        </p:nvSpPr>
        <p:spPr/>
        <p:txBody>
          <a:bodyPr/>
          <a:lstStyle/>
          <a:p>
            <a:pPr/>
            <a:fld id="{2366CE14-5ACE-3338-80DE-AC6D809076F9}" type="datetime1">
              <a:t/>
            </a:fld>
          </a:p>
        </p:txBody>
      </p:sp>
      <p:sp>
        <p:nvSpPr>
          <p:cNvPr id="6" name="FooterArea1"/>
          <p:cNvSpPr>
            <a:spLocks noGrp="1" noChangeArrowheads="1"/>
            <a:extLst>
              <a:ext uri="smNativeData">
                <pr:smNativeData xmlns:pr="smNativeData" xmlns="smNativeData" val="SMDATA_15_InWGaBMAAAAlAAAAZAAAAA8BAAAAkAAAAEgAAACQAAAASAAAAAAAAAAB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RkAABsnAABfMQAAWSkAABAAAAAmAAAACAAAAAAAAAAAAAAA"/>
              </a:ext>
            </a:extLst>
          </p:cNvSpPr>
          <p:nvPr>
            <p:ph type="ftr" sz="quarter" idx="11"/>
          </p:nvPr>
        </p:nvSpPr>
        <p:spPr/>
        <p:txBody>
          <a:bodyPr/>
          <a:lstStyle/>
          <a:p>
            <a:pPr/>
          </a:p>
        </p:txBody>
      </p:sp>
      <p:sp>
        <p:nvSpPr>
          <p:cNvPr id="7" name="SlideNumberArea1"/>
          <p:cNvSpPr>
            <a:spLocks noGrp="1" noChangeArrowheads="1"/>
            <a:extLst>
              <a:ext uri="smNativeData">
                <pr:smNativeData xmlns:pr="smNativeData" xmlns="smNativeData" val="SMDATA_15_InWGaBMAAAAlAAAAZAAAAA8BAAAAkAAAAEgAAACQAAAASAAAAAAAAAAB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TUAABsnAABARwAAWSkAABAAAAAmAAAACAAAAAAAAAAAAAAA"/>
              </a:ext>
            </a:extLst>
          </p:cNvSpPr>
          <p:nvPr>
            <p:ph type="sldNum" sz="quarter" idx="12"/>
          </p:nvPr>
        </p:nvSpPr>
        <p:spPr/>
        <p:txBody>
          <a:bodyPr/>
          <a:lstStyle/>
          <a:p>
            <a:pPr/>
            <a:fld id="{056EDC84-CAE8-3B2A-A6D6-3C7F92985069}" type="slidenum">
              <a:t/>
            </a:fld>
          </a:p>
        </p:txBody>
      </p:sp>
    </p:spTree>
  </p:cSld>
  <p:clrMapOvr>
    <a:masterClrMapping/>
  </p:clrMapOvr>
  <p:hf hdr="0" ftr="0"/>
</p:sldLayout>
</file>

<file path=ppt/slideLayouts/slideLayout10.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vertTx">
  <p:cSld name="Title and vertical text">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InWGaBMAAAAlAAAAZAAAAA8BAAAAkAAAAEgAAACQAAAASAAAAAAAAAAB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G49Ij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LABAABARwAAuAgAABAAAAAmAAAACAAAAAAAAAAAAAAA"/>
              </a:ext>
            </a:extLst>
          </p:cNvSpPr>
          <p:nvPr>
            <p:ph type="title"/>
          </p:nvPr>
        </p:nvSpPr>
        <p:spPr/>
        <p:txBody>
          <a:bodyPr/>
          <a:lstStyle/>
          <a:p>
            <a:pPr/>
            <a:r>
              <a:t>Click to edit Master title style</a:t>
            </a:r>
          </a:p>
        </p:txBody>
      </p:sp>
      <p:sp>
        <p:nvSpPr>
          <p:cNvPr id="3" name="SlideText1"/>
          <p:cNvSpPr>
            <a:spLocks noGrp="1" noChangeArrowheads="1"/>
            <a:extLst>
              <a:ext uri="smNativeData">
                <pr:smNativeData xmlns:pr="smNativeData" xmlns="smNativeData" val="SMDATA_15_InWGaBMAAAAlAAAAZAAAAA8BAAAAkAAAAEgAAACQAAAASAAAAAAAAAAAAAAAAQ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gJAABARwAAsCUAABAAAAAmAAAACAAAAAIAAAAAAAAA"/>
              </a:ext>
            </a:extLst>
          </p:cNvSpPr>
          <p:nvPr>
            <p:ph idx="1"/>
          </p:nvPr>
        </p:nvSpPr>
        <p:spPr/>
        <p:txBody>
          <a:bodyPr vert="vert" wrap="square" numCol="1" spcCol="215900" anchor="t">
            <a:prstTxWarp prst="textNoShape">
              <a:avLst/>
            </a:prstTxWarp>
          </a:bodyPr>
          <a:lstStyle/>
          <a:p>
            <a:pPr/>
            <a:r>
              <a:t>Click to edit Master text styles</a:t>
            </a:r>
          </a:p>
          <a:p>
            <a:pPr lvl="1"/>
            <a:r>
              <a:t>Second level</a:t>
            </a:r>
          </a:p>
          <a:p>
            <a:pPr lvl="2"/>
            <a:r>
              <a:t>Third level</a:t>
            </a:r>
          </a:p>
          <a:p>
            <a:pPr lvl="3"/>
            <a:r>
              <a:t>Fourth level</a:t>
            </a:r>
          </a:p>
          <a:p>
            <a:pPr lvl="4"/>
            <a:r>
              <a:t>Fifth level</a:t>
            </a:r>
          </a:p>
        </p:txBody>
      </p:sp>
      <p:sp>
        <p:nvSpPr>
          <p:cNvPr id="4" name="DateTimeArea1"/>
          <p:cNvSpPr>
            <a:spLocks noGrp="1" noChangeArrowheads="1"/>
            <a:extLst>
              <a:ext uri="smNativeData">
                <pr:smNativeData xmlns:pr="smNativeData" xmlns="smNativeData" val="SMDATA_15_InWGaBMAAAAlAAAAZAAAAA8BAAAAkAAAAEgAAACQAAAASAAAAAAAAAAB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BsnAAA/FQAAWSkAABAAAAAmAAAACAAAAAAAAAAAAAAA"/>
              </a:ext>
            </a:extLst>
          </p:cNvSpPr>
          <p:nvPr>
            <p:ph type="dt" sz="quarter" idx="10"/>
          </p:nvPr>
        </p:nvSpPr>
        <p:spPr/>
        <p:txBody>
          <a:bodyPr/>
          <a:lstStyle/>
          <a:p>
            <a:pPr/>
            <a:fld id="{5B07E9A9-E7B6-521F-F8BF-114AA7F10E44}" type="datetime1">
              <a:t/>
            </a:fld>
          </a:p>
        </p:txBody>
      </p:sp>
      <p:sp>
        <p:nvSpPr>
          <p:cNvPr id="5" name="FooterArea1"/>
          <p:cNvSpPr>
            <a:spLocks noGrp="1" noChangeArrowheads="1"/>
            <a:extLst>
              <a:ext uri="smNativeData">
                <pr:smNativeData xmlns:pr="smNativeData" xmlns="smNativeData" val="SMDATA_15_InWGaBMAAAAlAAAAZAAAAA8BAAAAkAAAAEgAAACQAAAASAAAAAAAAAAB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GE6c3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RkAABsnAABfMQAAWSkAABAAAAAmAAAACAAAAAAAAAAAAAAA"/>
              </a:ext>
            </a:extLst>
          </p:cNvSpPr>
          <p:nvPr>
            <p:ph type="ftr" sz="quarter" idx="11"/>
          </p:nvPr>
        </p:nvSpPr>
        <p:spPr/>
        <p:txBody>
          <a:bodyPr/>
          <a:lstStyle/>
          <a:p>
            <a:pPr/>
          </a:p>
        </p:txBody>
      </p:sp>
      <p:sp>
        <p:nvSpPr>
          <p:cNvPr id="6" name="SlideNumberArea1"/>
          <p:cNvSpPr>
            <a:spLocks noGrp="1" noChangeArrowheads="1"/>
            <a:extLst>
              <a:ext uri="smNativeData">
                <pr:smNativeData xmlns:pr="smNativeData" xmlns="smNativeData" val="SMDATA_15_InWGaBMAAAAlAAAAZAAAAA8BAAAAkAAAAEgAAACQAAAASAAAAAAAAAAB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TUAABsnAABARwAAWSkAABAAAAAmAAAACAAAAAAAAAAAAAAA"/>
              </a:ext>
            </a:extLst>
          </p:cNvSpPr>
          <p:nvPr>
            <p:ph type="sldNum" sz="quarter" idx="12"/>
          </p:nvPr>
        </p:nvSpPr>
        <p:spPr/>
        <p:txBody>
          <a:bodyPr/>
          <a:lstStyle/>
          <a:p>
            <a:pPr/>
            <a:fld id="{409961CA-84AD-CC97-E321-72C22F6F1527}" type="slidenum">
              <a:t/>
            </a:fld>
          </a:p>
        </p:txBody>
      </p:sp>
    </p:spTree>
  </p:cSld>
  <p:clrMapOvr>
    <a:masterClrMapping/>
  </p:clrMapOvr>
  <p:hf hdr="0" ftr="0"/>
</p:sldLayout>
</file>

<file path=ppt/slideLayouts/slideLayout11.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vertTitleAndTx">
  <p:cSld name="Vertical title and text">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InWGaBMAAAAlAAAAZAAAAA8BAAAAkAAAAEgAAACQAAAASAAAAAAAAAACAAAAAQ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YDYAALABAABARwAAsCUAABAAAAAmAAAACAAAAIMAAAAAAAAA"/>
              </a:ext>
            </a:extLst>
          </p:cNvSpPr>
          <p:nvPr>
            <p:ph type="title"/>
          </p:nvPr>
        </p:nvSpPr>
        <p:spPr>
          <a:xfrm>
            <a:off x="8839200" y="274320"/>
            <a:ext cx="2743200" cy="5852160"/>
          </a:xfrm>
        </p:spPr>
        <p:txBody>
          <a:bodyPr vert="vert" wrap="square" numCol="1" spcCol="215900" anchor="b">
            <a:prstTxWarp prst="textNoShape">
              <a:avLst/>
            </a:prstTxWarp>
          </a:bodyPr>
          <a:lstStyle/>
          <a:p>
            <a:pPr/>
            <a:r>
              <a:t>Click to edit Master title style</a:t>
            </a:r>
          </a:p>
        </p:txBody>
      </p:sp>
      <p:sp>
        <p:nvSpPr>
          <p:cNvPr id="3" name="SlideText1"/>
          <p:cNvSpPr>
            <a:spLocks noGrp="1" noChangeArrowheads="1"/>
            <a:extLst>
              <a:ext uri="smNativeData">
                <pr:smNativeData xmlns:pr="smNativeData" xmlns="smNativeData" val="SMDATA_15_InWGaBMAAAAlAAAAZAAAAA8BAAAAkAAAAEgAAACQAAAASAAAAAAAAAAAAAAAAQ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LABAAAfNQAAsCUAABAAAAAmAAAACAAAAAMAAAAAAAAA"/>
              </a:ext>
            </a:extLst>
          </p:cNvSpPr>
          <p:nvPr>
            <p:ph idx="1"/>
          </p:nvPr>
        </p:nvSpPr>
        <p:spPr>
          <a:xfrm>
            <a:off x="609600" y="274320"/>
            <a:ext cx="8025765" cy="5852160"/>
          </a:xfrm>
        </p:spPr>
        <p:txBody>
          <a:bodyPr vert="vert" wrap="square" numCol="1" spcCol="215900" anchor="t">
            <a:prstTxWarp prst="textNoShape">
              <a:avLst/>
            </a:prstTxWarp>
          </a:bodyPr>
          <a:lstStyle/>
          <a:p>
            <a:pPr/>
            <a:r>
              <a:t>Click to edit Master text styles</a:t>
            </a:r>
          </a:p>
          <a:p>
            <a:pPr lvl="1"/>
            <a:r>
              <a:t>Second level</a:t>
            </a:r>
          </a:p>
          <a:p>
            <a:pPr lvl="2"/>
            <a:r>
              <a:t>Third level</a:t>
            </a:r>
          </a:p>
          <a:p>
            <a:pPr lvl="3"/>
            <a:r>
              <a:t>Fourth level</a:t>
            </a:r>
          </a:p>
          <a:p>
            <a:pPr lvl="4"/>
            <a:r>
              <a:t>Fifth level</a:t>
            </a:r>
          </a:p>
        </p:txBody>
      </p:sp>
      <p:sp>
        <p:nvSpPr>
          <p:cNvPr id="4" name="DateTimeArea1"/>
          <p:cNvSpPr>
            <a:spLocks noGrp="1" noChangeArrowheads="1"/>
            <a:extLst>
              <a:ext uri="smNativeData">
                <pr:smNativeData xmlns:pr="smNativeData" xmlns="smNativeData" val="SMDATA_15_InWGaBMAAAAlAAAAZAAAAA8BAAAAkAAAAEgAAACQAAAASAAAAAAAAAAB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BsnAAA/FQAAWSkAABAAAAAmAAAACAAAAAAAAAAAAAAA"/>
              </a:ext>
            </a:extLst>
          </p:cNvSpPr>
          <p:nvPr>
            <p:ph type="dt" sz="quarter" idx="10"/>
          </p:nvPr>
        </p:nvSpPr>
        <p:spPr/>
        <p:txBody>
          <a:bodyPr/>
          <a:lstStyle/>
          <a:p>
            <a:pPr/>
            <a:fld id="{41D085FB-B5AC-8573-E268-4326CB261416}" type="datetime1">
              <a:t/>
            </a:fld>
          </a:p>
        </p:txBody>
      </p:sp>
      <p:sp>
        <p:nvSpPr>
          <p:cNvPr id="5" name="FooterArea1"/>
          <p:cNvSpPr>
            <a:spLocks noGrp="1" noChangeArrowheads="1"/>
            <a:extLst>
              <a:ext uri="smNativeData">
                <pr:smNativeData xmlns:pr="smNativeData" xmlns="smNativeData" val="SMDATA_15_InWGaBMAAAAlAAAAZAAAAA8BAAAAkAAAAEgAAACQAAAASAAAAAAAAAAB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RkAABsnAABfMQAAWSkAABAAAAAmAAAACAAAAAAAAAAAAAAA"/>
              </a:ext>
            </a:extLst>
          </p:cNvSpPr>
          <p:nvPr>
            <p:ph type="ftr" sz="quarter" idx="11"/>
          </p:nvPr>
        </p:nvSpPr>
        <p:spPr/>
        <p:txBody>
          <a:bodyPr/>
          <a:lstStyle/>
          <a:p>
            <a:pPr/>
          </a:p>
        </p:txBody>
      </p:sp>
      <p:sp>
        <p:nvSpPr>
          <p:cNvPr id="6" name="SlideNumberArea1"/>
          <p:cNvSpPr>
            <a:spLocks noGrp="1" noChangeArrowheads="1"/>
            <a:extLst>
              <a:ext uri="smNativeData">
                <pr:smNativeData xmlns:pr="smNativeData" xmlns="smNativeData" val="SMDATA_15_InWGaBMAAAAlAAAAZAAAAA8BAAAAkAAAAEgAAACQAAAASAAAAAAAAAAB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TUAABsnAABARwAAWSkAABAAAAAmAAAACAAAAAAAAAAAAAAA"/>
              </a:ext>
            </a:extLst>
          </p:cNvSpPr>
          <p:nvPr>
            <p:ph type="sldNum" sz="quarter" idx="12"/>
          </p:nvPr>
        </p:nvSpPr>
        <p:spPr/>
        <p:txBody>
          <a:bodyPr/>
          <a:lstStyle/>
          <a:p>
            <a:pPr/>
            <a:fld id="{0208D84D-03EF-5D2E-A1B0-F57B96FE57A0}" type="slidenum">
              <a:t/>
            </a:fld>
          </a:p>
        </p:txBody>
      </p:sp>
    </p:spTree>
  </p:cSld>
  <p:clrMapOvr>
    <a:masterClrMapping/>
  </p:clrMapOvr>
  <p:hf hdr="0" ftr="0"/>
</p:sldLayout>
</file>

<file path=ppt/slideMasters/_rels/slideMaster1.xml.rels><?xml version="1.0" encoding="UTF-8" standalone="yes" ?>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p:cSld name="Default design">
    <p:bg>
      <p:bgPr>
        <a:solidFill>
          <a:schemeClr val="bg1"/>
        </a:solidFill>
        <a:effectLst/>
      </p:bgPr>
    </p:bg>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InWGaBMAAAAlAAAAZAAAAA8BAAAAkAAAAEgAAACQAAAASAAAAAAAAAAB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HsAf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LABAABARwAAuAgAABAAAAAmAAAACAAAAP//////////"/>
              </a:ext>
            </a:extLst>
          </p:cNvSpPr>
          <p:nvPr>
            <p:ph type="title"/>
          </p:nvPr>
        </p:nvSpPr>
        <p:spPr>
          <a:xfrm>
            <a:off x="609600" y="274320"/>
            <a:ext cx="10972800" cy="1143000"/>
          </a:xfrm>
          <a:prstGeom prst="rect">
            <a:avLst/>
          </a:prstGeom>
          <a:noFill/>
          <a:ln>
            <a:noFill/>
          </a:ln>
          <a:effectLst/>
        </p:spPr>
        <p:txBody>
          <a:bodyPr vert="horz" wrap="square" numCol="1" spcCol="215900" anchor="ctr">
            <a:prstTxWarp prst="textNoShape">
              <a:avLst/>
            </a:prstTxWarp>
          </a:bodyPr>
          <a:lstStyle/>
          <a:p>
            <a:pPr/>
            <a:r>
              <a:t>Click to edit Master title style</a:t>
            </a:r>
          </a:p>
        </p:txBody>
      </p:sp>
      <p:sp>
        <p:nvSpPr>
          <p:cNvPr id="3" name="SlideText1"/>
          <p:cNvSpPr>
            <a:spLocks noGrp="1" noChangeArrowheads="1"/>
            <a:extLst>
              <a:ext uri="smNativeData">
                <pr:smNativeData xmlns:pr="smNativeData" xmlns="smNativeData" val="SMDATA_15_InWGaBMAAAAlAAAAZAAAAA8BAAAAkAAAAEgAAACQAAAASAAAAAAAAAAA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HsAf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gJAABARwAAsCUAABAAAAAmAAAACAAAAP//////////"/>
              </a:ext>
            </a:extLst>
          </p:cNvSpPr>
          <p:nvPr>
            <p:ph type="body" idx="1"/>
          </p:nvPr>
        </p:nvSpPr>
        <p:spPr>
          <a:xfrm>
            <a:off x="609600" y="1600200"/>
            <a:ext cx="10972800" cy="4526280"/>
          </a:xfrm>
          <a:prstGeom prst="rect">
            <a:avLst/>
          </a:prstGeom>
          <a:noFill/>
          <a:ln>
            <a:noFill/>
          </a:ln>
          <a:effectLst/>
        </p:spPr>
        <p:txBody>
          <a:bodyPr vert="horz" wrap="square" numCol="1" spcCol="215900" anchor="t">
            <a:prstTxWarp prst="textNoShape">
              <a:avLst/>
            </a:prstTxWarp>
          </a:bodyPr>
          <a:lstStyle/>
          <a:p>
            <a:pPr/>
            <a:r>
              <a:t>Click to edit Master text styles</a:t>
            </a:r>
          </a:p>
          <a:p>
            <a:pPr lvl="1"/>
            <a:r>
              <a:t>Second level</a:t>
            </a:r>
          </a:p>
          <a:p>
            <a:pPr lvl="2"/>
            <a:r>
              <a:t>Third level</a:t>
            </a:r>
          </a:p>
          <a:p>
            <a:pPr lvl="3"/>
            <a:r>
              <a:t>Fourth level</a:t>
            </a:r>
          </a:p>
          <a:p>
            <a:pPr lvl="4"/>
            <a:r>
              <a:t>Fifth level</a:t>
            </a:r>
          </a:p>
        </p:txBody>
      </p:sp>
      <p:sp>
        <p:nvSpPr>
          <p:cNvPr id="4" name="DateTimeArea1"/>
          <p:cNvSpPr>
            <a:spLocks noGrp="1" noChangeArrowheads="1"/>
            <a:extLst>
              <a:ext uri="smNativeData">
                <pr:smNativeData xmlns:pr="smNativeData" xmlns="smNativeData" val="SMDATA_15_InWGaBMAAAAlAAAAZAAAAA8BAAAAkAAAAEgAAACQAAAASAAAAAAAAAAB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HsAf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BsnAAA/FQAAWSkAABAAAAAmAAAACAAAAP//////////"/>
              </a:ext>
            </a:extLst>
          </p:cNvSpPr>
          <p:nvPr>
            <p:ph type="dt" sz="quarter" idx="2"/>
          </p:nvPr>
        </p:nvSpPr>
        <p:spPr>
          <a:xfrm>
            <a:off x="609600" y="6356985"/>
            <a:ext cx="2844165" cy="364490"/>
          </a:xfrm>
          <a:prstGeom prst="rect">
            <a:avLst/>
          </a:prstGeom>
          <a:noFill/>
          <a:ln>
            <a:noFill/>
          </a:ln>
          <a:effectLst/>
        </p:spPr>
        <p:txBody>
          <a:bodyPr vert="horz" wrap="square" numCol="1" spcCol="215900" anchor="ctr">
            <a:prstTxWarp prst="textNoShape">
              <a:avLst/>
            </a:prstTxWarp>
          </a:bodyPr>
          <a:lstStyle>
            <a:lvl1pPr algn="l">
              <a:defRPr sz="1200" cap="none"/>
            </a:lvl1pPr>
          </a:lstStyle>
          <a:p>
            <a:pPr/>
            <a:fld id="{2B3EF9A7-E9C6-6B0F-8886-1F5AB7C87E4A}" type="datetime1">
              <a:t/>
            </a:fld>
          </a:p>
        </p:txBody>
      </p:sp>
      <p:sp>
        <p:nvSpPr>
          <p:cNvPr id="5" name="FooterArea1"/>
          <p:cNvSpPr>
            <a:spLocks noGrp="1" noChangeArrowheads="1"/>
            <a:extLst>
              <a:ext uri="smNativeData">
                <pr:smNativeData xmlns:pr="smNativeData" xmlns="smNativeData" val="SMDATA_15_InWGaBMAAAAlAAAAZAAAAA8BAAAAkAAAAEgAAACQAAAASAAAAAAAAAAB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RkAABsnAABfMQAAWSkAABAAAAAmAAAACAAAAP//////////"/>
              </a:ext>
            </a:extLst>
          </p:cNvSpPr>
          <p:nvPr>
            <p:ph type="ftr" sz="quarter" idx="3"/>
          </p:nvPr>
        </p:nvSpPr>
        <p:spPr>
          <a:xfrm>
            <a:off x="4166235" y="6356985"/>
            <a:ext cx="3859530" cy="364490"/>
          </a:xfrm>
          <a:prstGeom prst="rect">
            <a:avLst/>
          </a:prstGeom>
          <a:noFill/>
          <a:ln>
            <a:noFill/>
          </a:ln>
          <a:effectLst/>
        </p:spPr>
        <p:txBody>
          <a:bodyPr vert="horz" wrap="square" numCol="1" spcCol="215900" anchor="ctr">
            <a:prstTxWarp prst="textNoShape">
              <a:avLst/>
            </a:prstTxWarp>
          </a:bodyPr>
          <a:lstStyle>
            <a:lvl1pPr algn="ctr">
              <a:defRPr sz="1200" cap="none"/>
            </a:lvl1pPr>
          </a:lstStyle>
          <a:p>
            <a:pPr/>
          </a:p>
        </p:txBody>
      </p:sp>
      <p:sp>
        <p:nvSpPr>
          <p:cNvPr id="6" name="SlideNumberArea1"/>
          <p:cNvSpPr>
            <a:spLocks noGrp="1" noChangeArrowheads="1"/>
            <a:extLst>
              <a:ext uri="smNativeData">
                <pr:smNativeData xmlns:pr="smNativeData" xmlns="smNativeData" val="SMDATA_15_InWGaBMAAAAlAAAAZAAAAA8BAAAAkAAAAEgAAACQAAAASAAAAAAAAAAB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TUAABsnAABARwAAWSkAABAAAAAmAAAACAAAAP//////////"/>
              </a:ext>
            </a:extLst>
          </p:cNvSpPr>
          <p:nvPr>
            <p:ph type="sldNum" sz="quarter" idx="4"/>
          </p:nvPr>
        </p:nvSpPr>
        <p:spPr>
          <a:xfrm>
            <a:off x="8738235" y="6356985"/>
            <a:ext cx="2844165" cy="364490"/>
          </a:xfrm>
          <a:prstGeom prst="rect">
            <a:avLst/>
          </a:prstGeom>
          <a:noFill/>
          <a:ln>
            <a:noFill/>
          </a:ln>
          <a:effectLst/>
        </p:spPr>
        <p:txBody>
          <a:bodyPr vert="horz" wrap="square" numCol="1" spcCol="215900" anchor="ctr">
            <a:prstTxWarp prst="textNoShape">
              <a:avLst/>
            </a:prstTxWarp>
          </a:bodyPr>
          <a:lstStyle>
            <a:lvl1pPr algn="r">
              <a:defRPr sz="1200" cap="none"/>
            </a:lvl1pPr>
          </a:lstStyle>
          <a:p>
            <a:pPr/>
            <a:fld id="{3E780E38-76D3-2DF8-9DC0-80AD408E6BD5}" type="slidenum">
              <a:t/>
            </a:fld>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L="0" marR="0" indent="0" algn="ctr" defTabSz="457200">
        <a:lnSpc>
          <a:spcPct val="100000"/>
        </a:lnSpc>
        <a:spcBef>
          <a:spcPts val="0"/>
        </a:spcBef>
        <a:spcAft>
          <a:spcPts val="0"/>
        </a:spcAft>
        <a:buNone/>
        <a:tabLst/>
        <a:defRPr sz="4400" b="0" i="0" u="none" strike="noStrike" kern="1" cap="none" spc="0" baseline="0">
          <a:solidFill>
            <a:schemeClr val="tx2"/>
          </a:solidFill>
          <a:effectLst/>
          <a:latin typeface="Calibri" pitchFamily="2" charset="0"/>
          <a:ea typeface="SimSun" pitchFamily="0" charset="0"/>
          <a:cs typeface="Times New Roman" pitchFamily="1" charset="0"/>
        </a:defRPr>
      </a:lvl1pPr>
      <a:lvl2pPr marL="457200" marR="0" indent="0" algn="l" defTabSz="4572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2pPr>
      <a:lvl3pPr marL="914400" marR="0" indent="0" algn="l" defTabSz="4572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3pPr>
      <a:lvl4pPr marL="1371600" marR="0" indent="0" algn="l" defTabSz="4572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4pPr>
      <a:lvl5pPr marL="1828800" marR="0" indent="0" algn="l" defTabSz="4572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5pPr>
      <a:lvl6pPr marL="2286000" marR="0" indent="0" algn="l" defTabSz="4572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6pPr>
      <a:lvl7pPr marL="2743200" marR="0" indent="0" algn="l" defTabSz="4572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7pPr>
      <a:lvl8pPr marL="3200400" marR="0" indent="0" algn="l" defTabSz="4572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8pPr>
      <a:lvl9pPr marL="3657600" marR="0" indent="0" algn="l" defTabSz="4572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9pPr>
    </p:titleStyle>
    <p:bodyStyle>
      <a:lvl1pPr marL="342900" marR="0" indent="-342900" algn="l" defTabSz="457200">
        <a:lnSpc>
          <a:spcPct val="100000"/>
        </a:lnSpc>
        <a:spcBef>
          <a:spcPts val="0"/>
        </a:spcBef>
        <a:spcAft>
          <a:spcPts val="0"/>
        </a:spcAft>
        <a:buClrTx/>
        <a:buSzTx/>
        <a:buFontTx/>
        <a:buChar char="•"/>
        <a:tabLst/>
        <a:defRPr sz="3200" b="0" i="0" u="none" strike="noStrike" kern="1" cap="none" spc="0" baseline="0">
          <a:solidFill>
            <a:schemeClr val="tx1"/>
          </a:solidFill>
          <a:effectLst/>
          <a:latin typeface="Calibri" pitchFamily="2" charset="0"/>
          <a:ea typeface="SimSun" pitchFamily="0" charset="0"/>
          <a:cs typeface="Times New Roman" pitchFamily="1" charset="0"/>
        </a:defRPr>
      </a:lvl1pPr>
      <a:lvl2pPr marL="742950" marR="0" indent="-285750" algn="l" defTabSz="457200">
        <a:lnSpc>
          <a:spcPct val="100000"/>
        </a:lnSpc>
        <a:spcBef>
          <a:spcPts val="0"/>
        </a:spcBef>
        <a:spcAft>
          <a:spcPts val="0"/>
        </a:spcAft>
        <a:buClrTx/>
        <a:buSzTx/>
        <a:buFontTx/>
        <a:buChar char="–"/>
        <a:tabLst/>
        <a:defRPr sz="2800" b="0" i="0" u="none" strike="noStrike" kern="1" cap="none" spc="0" baseline="0">
          <a:solidFill>
            <a:schemeClr val="tx1"/>
          </a:solidFill>
          <a:effectLst/>
          <a:latin typeface="Calibri" pitchFamily="2" charset="0"/>
          <a:ea typeface="SimSun" pitchFamily="0" charset="0"/>
          <a:cs typeface="Times New Roman" pitchFamily="1" charset="0"/>
        </a:defRPr>
      </a:lvl2pPr>
      <a:lvl3pPr marL="1143000" marR="0" indent="-228600" algn="l" defTabSz="457200">
        <a:lnSpc>
          <a:spcPct val="100000"/>
        </a:lnSpc>
        <a:spcBef>
          <a:spcPts val="0"/>
        </a:spcBef>
        <a:spcAft>
          <a:spcPts val="0"/>
        </a:spcAft>
        <a:buClrTx/>
        <a:buSzTx/>
        <a:buFontTx/>
        <a:buChar char="•"/>
        <a:tabLst/>
        <a:defRPr sz="2400" b="0" i="0" u="none" strike="noStrike" kern="1" cap="none" spc="0" baseline="0">
          <a:solidFill>
            <a:schemeClr val="tx1"/>
          </a:solidFill>
          <a:effectLst/>
          <a:latin typeface="Calibri" pitchFamily="2" charset="0"/>
          <a:ea typeface="SimSun" pitchFamily="0" charset="0"/>
          <a:cs typeface="Times New Roman" pitchFamily="1" charset="0"/>
        </a:defRPr>
      </a:lvl3pPr>
      <a:lvl4pPr marL="1600200" marR="0" indent="-228600" algn="l" defTabSz="457200">
        <a:lnSpc>
          <a:spcPct val="100000"/>
        </a:lnSpc>
        <a:spcBef>
          <a:spcPts val="0"/>
        </a:spcBef>
        <a:spcAft>
          <a:spcPts val="0"/>
        </a:spcAft>
        <a:buClrTx/>
        <a:buSzTx/>
        <a:buFontTx/>
        <a:buChar char="–"/>
        <a:tabLst/>
        <a:defRPr sz="2000" b="0" i="0" u="none" strike="noStrike" kern="1" cap="none" spc="0" baseline="0">
          <a:solidFill>
            <a:schemeClr val="tx1"/>
          </a:solidFill>
          <a:effectLst/>
          <a:latin typeface="Calibri" pitchFamily="2" charset="0"/>
          <a:ea typeface="SimSun" pitchFamily="0" charset="0"/>
          <a:cs typeface="Times New Roman" pitchFamily="1" charset="0"/>
        </a:defRPr>
      </a:lvl4pPr>
      <a:lvl5pPr marL="2057400" marR="0" indent="-228600" algn="l" defTabSz="457200">
        <a:lnSpc>
          <a:spcPct val="100000"/>
        </a:lnSpc>
        <a:spcBef>
          <a:spcPts val="0"/>
        </a:spcBef>
        <a:spcAft>
          <a:spcPts val="0"/>
        </a:spcAft>
        <a:buClrTx/>
        <a:buSzTx/>
        <a:buFontTx/>
        <a:buChar char="»"/>
        <a:tabLst/>
        <a:defRPr sz="2000" b="0" i="0" u="none" strike="noStrike" kern="1" cap="none" spc="0" baseline="0">
          <a:solidFill>
            <a:schemeClr val="tx1"/>
          </a:solidFill>
          <a:effectLst/>
          <a:latin typeface="Calibri" pitchFamily="2" charset="0"/>
          <a:ea typeface="SimSun" pitchFamily="0" charset="0"/>
          <a:cs typeface="Times New Roman" pitchFamily="1" charset="0"/>
        </a:defRPr>
      </a:lvl5pPr>
      <a:lvl6pPr marL="2514600" marR="0" indent="-228600" algn="l" defTabSz="457200">
        <a:lnSpc>
          <a:spcPct val="100000"/>
        </a:lnSpc>
        <a:spcBef>
          <a:spcPts val="0"/>
        </a:spcBef>
        <a:spcAft>
          <a:spcPts val="0"/>
        </a:spcAft>
        <a:buClrTx/>
        <a:buSzTx/>
        <a:buFontTx/>
        <a:buChar char="•"/>
        <a:tabLst/>
        <a:defRPr sz="2000" b="0" i="0" u="none" strike="noStrike" kern="1" cap="none" spc="0" baseline="0">
          <a:solidFill>
            <a:schemeClr val="tx1"/>
          </a:solidFill>
          <a:effectLst/>
          <a:latin typeface="Calibri" pitchFamily="2" charset="0"/>
          <a:ea typeface="SimSun" pitchFamily="0" charset="0"/>
          <a:cs typeface="Times New Roman" pitchFamily="1" charset="0"/>
        </a:defRPr>
      </a:lvl6pPr>
      <a:lvl7pPr marL="2971800" marR="0" indent="-228600" algn="l" defTabSz="457200">
        <a:lnSpc>
          <a:spcPct val="100000"/>
        </a:lnSpc>
        <a:spcBef>
          <a:spcPts val="0"/>
        </a:spcBef>
        <a:spcAft>
          <a:spcPts val="0"/>
        </a:spcAft>
        <a:buClrTx/>
        <a:buSzTx/>
        <a:buFontTx/>
        <a:buChar char="•"/>
        <a:tabLst/>
        <a:defRPr sz="2000" b="0" i="0" u="none" strike="noStrike" kern="1" cap="none" spc="0" baseline="0">
          <a:solidFill>
            <a:schemeClr val="tx1"/>
          </a:solidFill>
          <a:effectLst/>
          <a:latin typeface="Calibri" pitchFamily="2" charset="0"/>
          <a:ea typeface="SimSun" pitchFamily="0" charset="0"/>
          <a:cs typeface="Times New Roman" pitchFamily="1" charset="0"/>
        </a:defRPr>
      </a:lvl7pPr>
      <a:lvl8pPr marL="3429000" marR="0" indent="-228600" algn="l" defTabSz="457200">
        <a:lnSpc>
          <a:spcPct val="100000"/>
        </a:lnSpc>
        <a:spcBef>
          <a:spcPts val="0"/>
        </a:spcBef>
        <a:spcAft>
          <a:spcPts val="0"/>
        </a:spcAft>
        <a:buClrTx/>
        <a:buSzTx/>
        <a:buFontTx/>
        <a:buChar char="•"/>
        <a:tabLst/>
        <a:defRPr sz="2000" b="0" i="0" u="none" strike="noStrike" kern="1" cap="none" spc="0" baseline="0">
          <a:solidFill>
            <a:schemeClr val="tx1"/>
          </a:solidFill>
          <a:effectLst/>
          <a:latin typeface="Calibri" pitchFamily="2" charset="0"/>
          <a:ea typeface="SimSun" pitchFamily="0" charset="0"/>
          <a:cs typeface="Times New Roman" pitchFamily="1" charset="0"/>
        </a:defRPr>
      </a:lvl8pPr>
      <a:lvl9pPr marL="3886200" marR="0" indent="-228600" algn="l" defTabSz="457200">
        <a:lnSpc>
          <a:spcPct val="100000"/>
        </a:lnSpc>
        <a:spcBef>
          <a:spcPts val="0"/>
        </a:spcBef>
        <a:spcAft>
          <a:spcPts val="0"/>
        </a:spcAft>
        <a:buClrTx/>
        <a:buSzTx/>
        <a:buFontTx/>
        <a:buChar char="•"/>
        <a:tabLst/>
        <a:defRPr sz="2000" b="0" i="0" u="none" strike="noStrike" kern="1" cap="none" spc="0" baseline="0">
          <a:solidFill>
            <a:schemeClr val="tx1"/>
          </a:solidFill>
          <a:effectLst/>
          <a:latin typeface="Calibri" pitchFamily="2" charset="0"/>
          <a:ea typeface="SimSun" pitchFamily="0" charset="0"/>
          <a:cs typeface="Times New Roman" pitchFamily="1" charset="0"/>
        </a:defRPr>
      </a:lvl9pPr>
    </p:bodyStyle>
    <p:otherStyle>
      <a:lvl1pPr marL="0" marR="0" indent="0" algn="l" defTabSz="4572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1pPr>
      <a:lvl2pPr marL="457200" marR="0" indent="0" algn="l" defTabSz="4572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2pPr>
      <a:lvl3pPr marL="914400" marR="0" indent="0" algn="l" defTabSz="4572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3pPr>
      <a:lvl4pPr marL="1371600" marR="0" indent="0" algn="l" defTabSz="4572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4pPr>
      <a:lvl5pPr marL="1828800" marR="0" indent="0" algn="l" defTabSz="4572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5pPr>
      <a:lvl6pPr marL="2286000" marR="0" indent="0" algn="l" defTabSz="4572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6pPr>
      <a:lvl7pPr marL="2743200" marR="0" indent="0" algn="l" defTabSz="4572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7pPr>
      <a:lvl8pPr marL="3200400" marR="0" indent="0" algn="l" defTabSz="4572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8pPr>
      <a:lvl9pPr marL="3657600" marR="0" indent="0" algn="l" defTabSz="4572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9pPr>
    </p:otherStyle>
  </p:txStyles>
</p:sldMaster>
</file>

<file path=ppt/slides/_rels/slide1.xml.rels><?xml version="1.0" encoding="UTF-8" standalone="yes" ?>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InWGaBMAAAAlAAAAZAAAAA8BAAAAkAAAAEgAAACQAAAASAAAAAAAAAAB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agQAABIWAAAqRAAAHh8AABAAAAAmAAAACAAAAAEAAAAAAAAA"/>
              </a:ext>
            </a:extLst>
          </p:cNvSpPr>
          <p:nvPr>
            <p:ph type="ctrTitle"/>
          </p:nvPr>
        </p:nvSpPr>
        <p:spPr>
          <a:xfrm>
            <a:off x="717550" y="3587750"/>
            <a:ext cx="10363200" cy="1470660"/>
          </a:xfrm>
        </p:spPr>
        <p:txBody>
          <a:bodyPr/>
          <a:lstStyle/>
          <a:p>
            <a:pPr>
              <a:defRPr cap="none">
                <a:latin typeface="Arial" pitchFamily="2" charset="0"/>
                <a:ea typeface="Arial" pitchFamily="2" charset="0"/>
                <a:cs typeface="Arial" pitchFamily="2" charset="0"/>
              </a:defRPr>
            </a:pPr>
            <a:r>
              <a:t>PROGRESSIVE WEB APPLICATIONS</a:t>
            </a:r>
          </a:p>
        </p:txBody>
      </p:sp>
      <p:sp>
        <p:nvSpPr>
          <p:cNvPr id="3" name="SlideSubtitle1"/>
          <p:cNvSpPr>
            <a:spLocks noGrp="1" noChangeArrowheads="1"/>
            <a:extLst>
              <a:ext uri="smNativeData">
                <pr:smNativeData xmlns:pr="smNativeData" xmlns="smNativeData" val="SMDATA_15_InWGaBMAAAAlAAAAZAAAAA8BAAAAkAAAAEgAAACQAAAASAAAAAAAAAAA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mAoAAPANAAAYPwAA+xIAABAAAAAmAAAACAAAAAEAAAAAAAAA"/>
              </a:ext>
            </a:extLst>
          </p:cNvSpPr>
          <p:nvPr>
            <p:ph type="subTitle" idx="1"/>
          </p:nvPr>
        </p:nvSpPr>
        <p:spPr>
          <a:xfrm>
            <a:off x="1722120" y="2265680"/>
            <a:ext cx="8534400" cy="819785"/>
          </a:xfrm>
        </p:spPr>
        <p:txBody>
          <a:bodyPr/>
          <a:lstStyle/>
          <a:p>
            <a:pPr>
              <a:defRPr cap="none">
                <a:latin typeface="Arial" pitchFamily="2" charset="0"/>
                <a:ea typeface="Arial" pitchFamily="2" charset="0"/>
                <a:cs typeface="Arial" pitchFamily="2" charset="0"/>
              </a:defRPr>
            </a:pPr>
            <a:r>
              <a:t>Innovation In Computer Science</a:t>
            </a:r>
          </a:p>
        </p:txBody>
      </p:sp>
    </p:spTree>
  </p:cSld>
  <p:clrMapOvr>
    <a:masterClrMapping/>
  </p:clrMapOvr>
  <p:timing>
    <p:tnLst>
      <p:par>
        <p:cTn id="1" dur="indefinite" restart="never" nodeType="tmRoot"/>
      </p:par>
    </p:tnLst>
  </p:timing>
</p:sld>
</file>

<file path=ppt/slides/slide2.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InWGaBMAAAAlAAAAZAAAAA8BAAAAkAAAAEgAAACQAAAASAAAAAAAAAAC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4BAABtHAAA1AgAABAAAAAmAAAACAAAAAAAAAAAAAAA"/>
              </a:ext>
            </a:extLst>
          </p:cNvSpPr>
          <p:nvPr>
            <p:ph type="title"/>
          </p:nvPr>
        </p:nvSpPr>
        <p:spPr/>
        <p:txBody>
          <a:bodyPr/>
          <a:lstStyle/>
          <a:p>
            <a:pPr>
              <a:defRPr cap="none">
                <a:latin typeface="Arial" pitchFamily="2" charset="0"/>
                <a:ea typeface="Arial" pitchFamily="2" charset="0"/>
                <a:cs typeface="Arial" pitchFamily="2" charset="0"/>
              </a:defRPr>
            </a:pPr>
            <a:r>
              <a:t>INTRODUCTION</a:t>
            </a:r>
          </a:p>
        </p:txBody>
      </p:sp>
      <p:sp>
        <p:nvSpPr>
          <p:cNvPr id="3" name="SlideText1"/>
          <p:cNvSpPr>
            <a:spLocks noGrp="1" noChangeArrowheads="1"/>
            <a:extLst>
              <a:ext uri="smNativeData">
                <pr:smNativeData xmlns:pr="smNativeData" xmlns="smNativeData" val="SMDATA_15_InWGaBMAAAAlAAAAZAAAAA8BAAAAkAAAAEgAAACQAAAASAAAAAAAAAAA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0AAK4BAABARwAAsCUAAAAAAAAmAAAACAAAAAGAAAAAAAAA"/>
              </a:ext>
            </a:extLst>
          </p:cNvSpPr>
          <p:nvPr>
            <p:ph type="body" idx="1"/>
          </p:nvPr>
        </p:nvSpPr>
        <p:spPr>
          <a:xfrm>
            <a:off x="4766945" y="273050"/>
            <a:ext cx="6815455" cy="5853430"/>
          </a:xfrm>
        </p:spPr>
        <p:txBody>
          <a:bodyPr/>
          <a:lstStyle>
            <a:lvl1pPr>
              <a:defRPr sz="3200" cap="none"/>
            </a:lvl1pPr>
            <a:lvl2pPr>
              <a:defRPr sz="2800" cap="none"/>
            </a:lvl2pPr>
            <a:lvl3pPr>
              <a:defRPr sz="2400" cap="none"/>
            </a:lvl3pPr>
            <a:lvl4pPr>
              <a:defRPr sz="2000" cap="none"/>
            </a:lvl4pPr>
            <a:lvl5pPr>
              <a:defRPr sz="2000" cap="none"/>
            </a:lvl5pPr>
            <a:lvl6pPr>
              <a:defRPr sz="2000" cap="none"/>
            </a:lvl6pPr>
            <a:lvl7pPr>
              <a:defRPr sz="2000" cap="none"/>
            </a:lvl7pPr>
            <a:lvl8pPr>
              <a:defRPr sz="2000" cap="none"/>
            </a:lvl8pPr>
            <a:lvl9pPr>
              <a:defRPr sz="2000" cap="none"/>
            </a:lvl9pPr>
          </a:lstStyle>
          <a:p>
            <a:pPr>
              <a:lnSpc>
                <a:spcPct val="100000"/>
              </a:lnSpc>
              <a:defRPr sz="1200" cap="none">
                <a:latin typeface="Arial" pitchFamily="2" charset="0"/>
                <a:ea typeface="Arial" pitchFamily="2" charset="0"/>
                <a:cs typeface="Arial" pitchFamily="2" charset="0"/>
              </a:defRPr>
            </a:pPr>
            <a:r>
              <a:t>Software innovation encompasses the development and continuous improvement of new technologies, tools, and methodologies that significantly enhance the way software is created and utilized. This innovation aims to make applications not only more efficient and powerful but also more accessible to a wider range of users. At its core, software innovation is driven by the goal of enabling users to accomplish more with less effort, while providing businesses with the agility to engage their audiences seamlessly across different times and locations.</a:t>
            </a:r>
          </a:p>
          <a:p>
            <a:pPr>
              <a:lnSpc>
                <a:spcPct val="100000"/>
              </a:lnSpc>
              <a:defRPr sz="1200" cap="none">
                <a:latin typeface="Arial" pitchFamily="2" charset="0"/>
                <a:ea typeface="Arial" pitchFamily="2" charset="0"/>
                <a:cs typeface="Arial" pitchFamily="2" charset="0"/>
              </a:defRPr>
            </a:pPr>
          </a:p>
          <a:p>
            <a:pPr>
              <a:lnSpc>
                <a:spcPct val="100000"/>
              </a:lnSpc>
              <a:defRPr sz="1200" cap="none">
                <a:latin typeface="Arial" pitchFamily="2" charset="0"/>
                <a:ea typeface="Arial" pitchFamily="2" charset="0"/>
                <a:cs typeface="Arial" pitchFamily="2" charset="0"/>
              </a:defRPr>
            </a:pPr>
            <a:r>
              <a:t>Progressive Web Applications (PWAs) are among the most impactful innovations in recent years, representing a hybrid between traditional web and mobile applications. PWAs offer a user experience that is fast, reliable, and engaging—they load instantly, function offline, and resemble native apps in look and feel. Moreover, PWAs can be installed directly onto devices without requiring users to download them from app stores. Their relevance today stems from the increasingly diverse range of devices people use—such as laptops, tablets, smartphones, and smart TVs—and the universal demand for consistent, secure, and speedy app experiences across these platforms.</a:t>
            </a:r>
          </a:p>
        </p:txBody>
      </p:sp>
      <p:sp>
        <p:nvSpPr>
          <p:cNvPr id="4" name="SlideText2"/>
          <p:cNvSpPr>
            <a:spLocks noGrp="1" noChangeArrowheads="1"/>
            <a:extLst>
              <a:ext uri="smNativeData">
                <pr:smNativeData xmlns:pr="smNativeData" xmlns="smNativeData" val="SMDATA_15_InWGaBMAAAAlAAAAZAAAAA8BAAAAkAAAAEgAAACQAAAASAAAAAAAAAAA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wMAANQIAABAHAAAsCUAABAAAAAmAAAACAAAAAEAAAAAAAAA"/>
              </a:ext>
            </a:extLst>
          </p:cNvSpPr>
          <p:nvPr>
            <p:ph type="body" idx="2"/>
          </p:nvPr>
        </p:nvSpPr>
        <p:spPr>
          <a:xfrm>
            <a:off x="581025" y="1435100"/>
            <a:ext cx="4011295" cy="4691380"/>
          </a:xfrm>
        </p:spPr>
        <p:txBody>
          <a:bodyPr/>
          <a:lstStyle/>
          <a:p>
            <a:pPr>
              <a:lnSpc>
                <a:spcPct val="150000"/>
              </a:lnSpc>
              <a:buAutoNum type="arabicPlain"/>
              <a:defRPr sz="1600" cap="none">
                <a:latin typeface="Arial" pitchFamily="2" charset="0"/>
                <a:ea typeface="Arial" pitchFamily="2" charset="0"/>
                <a:cs typeface="Arial" pitchFamily="2" charset="0"/>
              </a:defRPr>
            </a:pPr>
            <a:r>
              <a:t>A Brief Definition Of What Is Sotware Innovation</a:t>
            </a:r>
          </a:p>
          <a:p>
            <a:pPr>
              <a:lnSpc>
                <a:spcPct val="150000"/>
              </a:lnSpc>
              <a:buAutoNum type="arabicPlain"/>
              <a:defRPr sz="1600" cap="none">
                <a:latin typeface="Arial" pitchFamily="2" charset="0"/>
                <a:ea typeface="Arial" pitchFamily="2" charset="0"/>
                <a:cs typeface="Arial" pitchFamily="2" charset="0"/>
              </a:defRPr>
            </a:pPr>
            <a:r>
              <a:t>Introduction Of Pwas</a:t>
            </a:r>
          </a:p>
        </p:txBody>
      </p:sp>
    </p:spTree>
  </p:cSld>
  <p:clrMapOvr>
    <a:masterClrMapping/>
  </p:clrMapOvr>
  <p:timing>
    <p:tnLst>
      <p:par>
        <p:cTn id="1" dur="indefinite" restart="never" nodeType="tmRoot"/>
      </p:par>
    </p:tnLst>
  </p:timing>
</p:sld>
</file>

<file path=ppt/slides/slide3.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InWGaBMAAAAlAAAAZAAAAA8BAAAAkAAAAEgAAACQAAAASAAAAAAAAAAC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BkC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4BAABtHAAA1AgAABAAAAAmAAAACAAAAAAAAAAAAAAA"/>
              </a:ext>
            </a:extLst>
          </p:cNvSpPr>
          <p:nvPr>
            <p:ph type="title"/>
          </p:nvPr>
        </p:nvSpPr>
        <p:spPr/>
        <p:txBody>
          <a:bodyPr/>
          <a:lstStyle/>
          <a:p>
            <a:pPr>
              <a:lnSpc>
                <a:spcPct val="100000"/>
              </a:lnSpc>
              <a:defRPr cap="none">
                <a:latin typeface="Arial" pitchFamily="2" charset="0"/>
                <a:ea typeface="Arial" pitchFamily="2" charset="0"/>
                <a:cs typeface="Arial" pitchFamily="2" charset="0"/>
              </a:defRPr>
            </a:pPr>
            <a:r>
              <a:t>THE EVOLUTION OF SOFTWARE DELIVERY</a:t>
            </a:r>
          </a:p>
        </p:txBody>
      </p:sp>
      <p:sp>
        <p:nvSpPr>
          <p:cNvPr id="3" name="SlideText1"/>
          <p:cNvSpPr>
            <a:spLocks noGrp="1" noChangeArrowheads="1"/>
            <a:extLst>
              <a:ext uri="smNativeData">
                <pr:smNativeData xmlns:pr="smNativeData" xmlns="smNativeData" val="SMDATA_15_InWGaBMAAAAlAAAAZAAAAA8BAAAAkAAAAEgAAACQAAAASAAAAAAAAAAA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0AAK4BAABARwAAsCUAAAAAAAAmAAAACAAAAAGAAAAAAAAA"/>
              </a:ext>
            </a:extLst>
          </p:cNvSpPr>
          <p:nvPr>
            <p:ph type="body" idx="1"/>
          </p:nvPr>
        </p:nvSpPr>
        <p:spPr>
          <a:xfrm>
            <a:off x="4766945" y="273050"/>
            <a:ext cx="6815455" cy="5853430"/>
          </a:xfrm>
        </p:spPr>
        <p:txBody>
          <a:bodyPr/>
          <a:lstStyle>
            <a:lvl1pPr>
              <a:defRPr sz="3200" cap="none"/>
            </a:lvl1pPr>
            <a:lvl2pPr>
              <a:defRPr sz="2800" cap="none"/>
            </a:lvl2pPr>
            <a:lvl3pPr>
              <a:defRPr sz="2400" cap="none"/>
            </a:lvl3pPr>
            <a:lvl4pPr>
              <a:defRPr sz="2000" cap="none"/>
            </a:lvl4pPr>
            <a:lvl5pPr>
              <a:defRPr sz="2000" cap="none"/>
            </a:lvl5pPr>
            <a:lvl6pPr>
              <a:defRPr sz="2000" cap="none"/>
            </a:lvl6pPr>
            <a:lvl7pPr>
              <a:defRPr sz="2000" cap="none"/>
            </a:lvl7pPr>
            <a:lvl8pPr>
              <a:defRPr sz="2000" cap="none"/>
            </a:lvl8pPr>
            <a:lvl9pPr>
              <a:defRPr sz="2000" cap="none"/>
            </a:lvl9pPr>
          </a:lstStyle>
          <a:p>
            <a:pPr>
              <a:lnSpc>
                <a:spcPct val="100000"/>
              </a:lnSpc>
              <a:defRPr sz="1200" cap="none">
                <a:latin typeface="Arial" pitchFamily="2" charset="0"/>
                <a:ea typeface="Arial" pitchFamily="2" charset="0"/>
                <a:cs typeface="Arial" pitchFamily="2" charset="0"/>
              </a:defRPr>
            </a:pPr>
            <a:r>
              <a:t>The internet's early era was dominated by static web pages, which primarily consisted of fixed text and images with minimal interactivity. These pages often loaded slowly and rarely changed content once published, limiting the user experience. However, as people's expectations for online engagement grew, so did the demand for websites that could offer faster, more dynamic, and interactive experiences. This shift gave rise to responsive design and dynamic web content, wherein websites began to adapt seamlessly to varying screen sizes—be it desktops, tablets, or smartphones. The emergence of JavaScript frameworks such as React, Angular, and Vue empowered developers to create web applications that functioned more like traditional desktop software, featuring real-time updates and smooth, intuitive user interactions.</a:t>
            </a:r>
          </a:p>
          <a:p>
            <a:pPr>
              <a:lnSpc>
                <a:spcPct val="100000"/>
              </a:lnSpc>
              <a:defRPr sz="1200" cap="none">
                <a:latin typeface="Arial" pitchFamily="2" charset="0"/>
                <a:ea typeface="Arial" pitchFamily="2" charset="0"/>
                <a:cs typeface="Arial" pitchFamily="2" charset="0"/>
              </a:defRPr>
            </a:pPr>
          </a:p>
          <a:p>
            <a:pPr>
              <a:lnSpc>
                <a:spcPct val="100000"/>
              </a:lnSpc>
              <a:defRPr sz="1200" cap="none">
                <a:latin typeface="Arial" pitchFamily="2" charset="0"/>
                <a:ea typeface="Arial" pitchFamily="2" charset="0"/>
                <a:cs typeface="Arial" pitchFamily="2" charset="0"/>
              </a:defRPr>
            </a:pPr>
            <a:r>
              <a:t>With the surge in mobile device usage, including smartphones and tablets becoming integral to everyday life, the need for cross-device compatibility became increasingly vital. It was no longer enough for applications to work solely on desktop browsers; users demanded consistent and seamless experiences across all their devices. They expected swift loading times, dependable performance even under unreliable internet conditions, and the ability to engage with applications offline. This necessity for uninterrupted usability across multiple devices has been a significant force in modern software innovation, enabling users to transition effortlessly—from accessing an app during their commute on a phone to continuing work on a laptop. These requirements paved the way for technologies like Progressive Web Applications, which aim to merge the best aspects of websites and native apps to deliver a unified, device-agnostic experience.</a:t>
            </a:r>
          </a:p>
        </p:txBody>
      </p:sp>
      <p:sp>
        <p:nvSpPr>
          <p:cNvPr id="4" name="SlideText2"/>
          <p:cNvSpPr>
            <a:spLocks noGrp="1" noChangeArrowheads="1"/>
            <a:extLst>
              <a:ext uri="smNativeData">
                <pr:smNativeData xmlns:pr="smNativeData" xmlns="smNativeData" val="SMDATA_15_InWGaBMAAAAlAAAAZAAAAA8BAAAAkAAAAEgAAACQAAAASAAAAAAAAAAA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QIAABtHAAAsCUAABAAAAAmAAAACAAAAAAAAAAAAAAA"/>
              </a:ext>
            </a:extLst>
          </p:cNvSpPr>
          <p:nvPr>
            <p:ph type="body" idx="2"/>
          </p:nvPr>
        </p:nvSpPr>
        <p:spPr/>
        <p:txBody>
          <a:bodyPr/>
          <a:lstStyle/>
          <a:p>
            <a:pPr>
              <a:lnSpc>
                <a:spcPct val="150000"/>
              </a:lnSpc>
              <a:buAutoNum type="arabicPlain"/>
              <a:defRPr sz="1600" cap="none">
                <a:latin typeface="Arial" pitchFamily="2" charset="0"/>
                <a:ea typeface="Arial" pitchFamily="2" charset="0"/>
                <a:cs typeface="Arial" pitchFamily="2" charset="0"/>
              </a:defRPr>
            </a:pPr>
            <a:r>
              <a:t>A review of the transition from static web pages to responsive, dynamic, applications</a:t>
            </a:r>
          </a:p>
          <a:p>
            <a:pPr>
              <a:lnSpc>
                <a:spcPct val="150000"/>
              </a:lnSpc>
              <a:buAutoNum type="arabicPlain"/>
              <a:defRPr sz="1600" cap="none">
                <a:latin typeface="Arial" pitchFamily="2" charset="0"/>
                <a:ea typeface="Arial" pitchFamily="2" charset="0"/>
                <a:cs typeface="Arial" pitchFamily="2" charset="0"/>
              </a:defRPr>
            </a:pPr>
            <a:r>
              <a:t>The importance of cross-device compatiblity</a:t>
            </a:r>
          </a:p>
        </p:txBody>
      </p:sp>
    </p:spTree>
  </p:cSld>
  <p:clrMapOvr>
    <a:masterClrMapping/>
  </p:clrMapOvr>
  <p:timing>
    <p:tnLst>
      <p:par>
        <p:cTn id="1" dur="indefinite" restart="never" nodeType="tmRoot"/>
      </p:par>
    </p:tnLst>
  </p:timing>
</p:sld>
</file>

<file path=ppt/slides/slide4.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InWGaBMAAAAlAAAAZAAAAA8BAAAAkAAAAEgAAACQAAAASAAAAAAAAAAC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FRJTg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4BAABtHAAA1AgAABAAAAAmAAAACAAAAAAAAAAAAAAA"/>
              </a:ext>
            </a:extLst>
          </p:cNvSpPr>
          <p:nvPr>
            <p:ph type="title"/>
          </p:nvPr>
        </p:nvSpPr>
        <p:spPr/>
        <p:txBody>
          <a:bodyPr/>
          <a:lstStyle/>
          <a:p>
            <a:pPr>
              <a:defRPr cap="none">
                <a:latin typeface="Arial" pitchFamily="2" charset="0"/>
                <a:ea typeface="Arial" pitchFamily="2" charset="0"/>
                <a:cs typeface="Arial" pitchFamily="2" charset="0"/>
              </a:defRPr>
            </a:pPr>
            <a:r>
              <a:t>WHAT ARE PROGRESSIVE WEB APPS (PWAs)</a:t>
            </a:r>
          </a:p>
        </p:txBody>
      </p:sp>
      <p:sp>
        <p:nvSpPr>
          <p:cNvPr id="3" name="SlideText1"/>
          <p:cNvSpPr>
            <a:spLocks noGrp="1" noChangeArrowheads="1"/>
            <a:extLst>
              <a:ext uri="smNativeData">
                <pr:smNativeData xmlns:pr="smNativeData" xmlns="smNativeData" val="SMDATA_15_InWGaBMAAAAlAAAAZAAAAA8BAAAAkAAAAEgAAACQAAAASAAAAAAAAAAA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D7o2aw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0AAK4BAABARwAAsCUAAAAAAAAmAAAACAAAAAGAAAAAAAAA"/>
              </a:ext>
            </a:extLst>
          </p:cNvSpPr>
          <p:nvPr>
            <p:ph type="body" idx="1"/>
          </p:nvPr>
        </p:nvSpPr>
        <p:spPr>
          <a:xfrm>
            <a:off x="4766945" y="273050"/>
            <a:ext cx="6815455" cy="5853430"/>
          </a:xfrm>
        </p:spPr>
        <p:txBody>
          <a:bodyPr/>
          <a:lstStyle>
            <a:lvl1pPr>
              <a:defRPr sz="3200" cap="none"/>
            </a:lvl1pPr>
            <a:lvl2pPr>
              <a:defRPr sz="2800" cap="none"/>
            </a:lvl2pPr>
            <a:lvl3pPr>
              <a:defRPr sz="2400" cap="none"/>
            </a:lvl3pPr>
            <a:lvl4pPr>
              <a:defRPr sz="2000" cap="none"/>
            </a:lvl4pPr>
            <a:lvl5pPr>
              <a:defRPr sz="2000" cap="none"/>
            </a:lvl5pPr>
            <a:lvl6pPr>
              <a:defRPr sz="2000" cap="none"/>
            </a:lvl6pPr>
            <a:lvl7pPr>
              <a:defRPr sz="2000" cap="none"/>
            </a:lvl7pPr>
            <a:lvl8pPr>
              <a:defRPr sz="2000" cap="none"/>
            </a:lvl8pPr>
            <a:lvl9pPr>
              <a:defRPr sz="2000" cap="none"/>
            </a:lvl9pPr>
          </a:lstStyle>
          <a:p>
            <a:pPr>
              <a:lnSpc>
                <a:spcPct val="100000"/>
              </a:lnSpc>
              <a:defRPr sz="1200" cap="none">
                <a:latin typeface="Arial" pitchFamily="2" charset="0"/>
                <a:ea typeface="Arial" pitchFamily="2" charset="0"/>
                <a:cs typeface="Arial" pitchFamily="2" charset="0"/>
              </a:defRPr>
            </a:pPr>
            <a:r>
              <a:t>Progressive Web Applications, commonly known as PWAs, represent a transformative approach to software by merging the strengths of both websites and mobile applications. Essentially, a PWA is a web app built with the latest web technologies that offers a user experience very similar to that of a native app—yet users can access it directly through a browser without needing to download it from an app store. Central to their design is responsiveness, allowing PWAs to adapt seamlessly to any screen size or device, whether it's a desktop, tablet, or smartphone. They offer powerful features such as offline functionality through service workers, which cache resources and handle network requests to keep the app usable even with poor or no internet connectivity. Additionally, PWAs can be installed easily on users’ devices, providing quick access from the home screen and launching in standalone windows for an app-like feel. Security is also a high priority for PWAs, as they operate solely over HTTPS, ensuring data protection and user privacy.</a:t>
            </a:r>
          </a:p>
          <a:p>
            <a:pPr>
              <a:lnSpc>
                <a:spcPct val="100000"/>
              </a:lnSpc>
              <a:defRPr sz="1200" cap="none">
                <a:latin typeface="Arial" pitchFamily="2" charset="0"/>
                <a:ea typeface="Arial" pitchFamily="2" charset="0"/>
                <a:cs typeface="Arial" pitchFamily="2" charset="0"/>
              </a:defRPr>
            </a:pPr>
          </a:p>
          <a:p>
            <a:pPr>
              <a:lnSpc>
                <a:spcPct val="100000"/>
              </a:lnSpc>
              <a:defRPr sz="1200" cap="none">
                <a:latin typeface="Arial" pitchFamily="2" charset="0"/>
                <a:ea typeface="Arial" pitchFamily="2" charset="0"/>
                <a:cs typeface="Arial" pitchFamily="2" charset="0"/>
              </a:defRPr>
            </a:pPr>
            <a:r>
              <a:t>When comparing PWAs to traditional websites and native mobile apps, several distinctions stand out. Unlike traditional websites, PWAs deliver a much richer and faster user experience with features like offline access, installability, and push notifications—capabilities that typical websites lack. Compared to native apps, PWAs offer greater ease of development and maintenance because they rely on a single codebase that works across multiple platforms and devices, eliminating the need to build separate apps for iOS, Android, and web browsers. Moreover, PWAs bypass the app store installation process, removing barriers for users to access and update the app. While native apps may provide deeper integration with device hardware and some performance advantages, PWAs offer a compelling alternative by combining broad accessibility with many of the conveniences and performance benefits of native applications.</a:t>
            </a:r>
          </a:p>
        </p:txBody>
      </p:sp>
      <p:sp>
        <p:nvSpPr>
          <p:cNvPr id="4" name="SlideText2"/>
          <p:cNvSpPr>
            <a:spLocks noGrp="1" noChangeArrowheads="1"/>
            <a:extLst>
              <a:ext uri="smNativeData">
                <pr:smNativeData xmlns:pr="smNativeData" xmlns="smNativeData" val="SMDATA_15_InWGaBMAAAAlAAAAZAAAAA8BAAAAkAAAAEgAAACQAAAASAAAAAAAAAAA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D7o2aw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QIAABtHAAAsCUAABAAAAAmAAAACAAAAAAAAAAAAAAA"/>
              </a:ext>
            </a:extLst>
          </p:cNvSpPr>
          <p:nvPr>
            <p:ph type="body" idx="2"/>
          </p:nvPr>
        </p:nvSpPr>
        <p:spPr/>
        <p:txBody>
          <a:bodyPr/>
          <a:lstStyle/>
          <a:p>
            <a:pPr>
              <a:lnSpc>
                <a:spcPct val="150000"/>
              </a:lnSpc>
              <a:buAutoNum type="arabicPlain"/>
              <a:defRPr sz="1600" cap="none">
                <a:latin typeface="Arial" pitchFamily="2" charset="0"/>
                <a:ea typeface="Arial" pitchFamily="2" charset="0"/>
                <a:cs typeface="Arial" pitchFamily="2" charset="0"/>
              </a:defRPr>
            </a:pPr>
            <a:r>
              <a:t>Defining PWAs and their main characteristics </a:t>
            </a:r>
          </a:p>
          <a:p>
            <a:pPr>
              <a:lnSpc>
                <a:spcPct val="150000"/>
              </a:lnSpc>
              <a:buAutoNum type="arabicPlain"/>
              <a:defRPr sz="1600" cap="none">
                <a:latin typeface="Arial" pitchFamily="2" charset="0"/>
                <a:ea typeface="Arial" pitchFamily="2" charset="0"/>
                <a:cs typeface="Arial" pitchFamily="2" charset="0"/>
              </a:defRPr>
            </a:pPr>
            <a:r>
              <a:t>Distinguishing PWAs from native mobile apps and traditional websites</a:t>
            </a:r>
          </a:p>
        </p:txBody>
      </p:sp>
    </p:spTree>
  </p:cSld>
  <p:clrMapOvr>
    <a:masterClrMapping/>
  </p:clrMapOvr>
  <p:timing>
    <p:tnLst>
      <p:par>
        <p:cTn id="1" dur="indefinite" restart="never" nodeType="tmRoot"/>
      </p:par>
    </p:tnLst>
  </p:timing>
</p:sld>
</file>

<file path=ppt/slides/slide5.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InWGaBMAAAAlAAAAZAAAAA8BAAAAkAAAAEgAAACQAAAASAAAAAAAAAAC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AEAA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4BAABtHAAA1AgAABAAAAAmAAAACAAAAAAAAAAAAAAA"/>
              </a:ext>
            </a:extLst>
          </p:cNvSpPr>
          <p:nvPr>
            <p:ph type="title"/>
          </p:nvPr>
        </p:nvSpPr>
        <p:spPr/>
        <p:txBody>
          <a:bodyPr/>
          <a:lstStyle/>
          <a:p>
            <a:pPr>
              <a:defRPr cap="none">
                <a:latin typeface="Arial" pitchFamily="2" charset="0"/>
                <a:ea typeface="Arial" pitchFamily="2" charset="0"/>
                <a:cs typeface="Arial" pitchFamily="2" charset="0"/>
              </a:defRPr>
            </a:pPr>
            <a:r>
              <a:t>CORE TECHNOLOGIES USED IN PWAs</a:t>
            </a:r>
          </a:p>
        </p:txBody>
      </p:sp>
      <p:sp>
        <p:nvSpPr>
          <p:cNvPr id="3" name="SlideText1"/>
          <p:cNvSpPr>
            <a:spLocks noGrp="1" noChangeArrowheads="1"/>
            <a:extLst>
              <a:ext uri="smNativeData">
                <pr:smNativeData xmlns:pr="smNativeData" xmlns="smNativeData" val="SMDATA_15_InWGaBMAAAAlAAAAZAAAAA8BAAAAkAAAAEgAAACQAAAASAAAAAAAAAAA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0AAK4BAABARwAAsCUAAAAAAAAmAAAACAAAAAGAAAAAAAAA"/>
              </a:ext>
            </a:extLst>
          </p:cNvSpPr>
          <p:nvPr>
            <p:ph type="body" idx="1"/>
          </p:nvPr>
        </p:nvSpPr>
        <p:spPr>
          <a:xfrm>
            <a:off x="4766945" y="273050"/>
            <a:ext cx="6815455" cy="5853430"/>
          </a:xfrm>
        </p:spPr>
        <p:txBody>
          <a:bodyPr/>
          <a:lstStyle>
            <a:lvl1pPr>
              <a:defRPr sz="3200" cap="none"/>
            </a:lvl1pPr>
            <a:lvl2pPr>
              <a:defRPr sz="2800" cap="none"/>
            </a:lvl2pPr>
            <a:lvl3pPr>
              <a:defRPr sz="2400" cap="none"/>
            </a:lvl3pPr>
            <a:lvl4pPr>
              <a:defRPr sz="2000" cap="none"/>
            </a:lvl4pPr>
            <a:lvl5pPr>
              <a:defRPr sz="2000" cap="none"/>
            </a:lvl5pPr>
            <a:lvl6pPr>
              <a:defRPr sz="2000" cap="none"/>
            </a:lvl6pPr>
            <a:lvl7pPr>
              <a:defRPr sz="2000" cap="none"/>
            </a:lvl7pPr>
            <a:lvl8pPr>
              <a:defRPr sz="2000" cap="none"/>
            </a:lvl8pPr>
            <a:lvl9pPr>
              <a:defRPr sz="2000" cap="none"/>
            </a:lvl9pPr>
          </a:lstStyle>
          <a:p>
            <a:pPr>
              <a:lnSpc>
                <a:spcPct val="100000"/>
              </a:lnSpc>
              <a:defRPr sz="1200" cap="none">
                <a:latin typeface="Arial" pitchFamily="2" charset="0"/>
                <a:ea typeface="Arial" pitchFamily="2" charset="0"/>
                <a:cs typeface="Arial" pitchFamily="2" charset="0"/>
              </a:defRPr>
            </a:pPr>
            <a:r>
              <a:t>Progressive Web Applications rely heavily on the Web App Manifest, a straightforward JSON file that instructs the browser on how the app should operate once installed on a user’s device. This manifest includes details such as the app’s name, icons, theme colors, and the URL that should open when the app starts. It enables the crucial “add to home screen” capability, allowing users to install the PWA just like a native application. After installation, the app runs in its own window, free from browser interface elements, delivering a genuine app-like experience that feels integrated and seamless on the device.</a:t>
            </a:r>
          </a:p>
          <a:p>
            <a:pPr>
              <a:lnSpc>
                <a:spcPct val="100000"/>
              </a:lnSpc>
              <a:defRPr sz="1200" cap="none">
                <a:latin typeface="Arial" pitchFamily="2" charset="0"/>
                <a:ea typeface="Arial" pitchFamily="2" charset="0"/>
                <a:cs typeface="Arial" pitchFamily="2" charset="0"/>
              </a:defRPr>
            </a:pPr>
          </a:p>
          <a:p>
            <a:pPr>
              <a:lnSpc>
                <a:spcPct val="100000"/>
              </a:lnSpc>
              <a:defRPr sz="1200" cap="none">
                <a:latin typeface="Arial" pitchFamily="2" charset="0"/>
                <a:ea typeface="Arial" pitchFamily="2" charset="0"/>
                <a:cs typeface="Arial" pitchFamily="2" charset="0"/>
              </a:defRPr>
            </a:pPr>
            <a:r>
              <a:t>In addition to the manifest, modern JavaScript frameworks—like React, Angular, and Vue—play a critical role in building feature-rich, interactive web applications. These frameworks equip developers with robust tools to create scalable and maintainable frontends that can handle complex user interactions and dynamic state changes efficiently. By providing reusable components and streamlining development workflows, these frameworks accelerate the creation of responsive and fluid user interfaces. When combined with technologies like service workers and the web app manifest, they empower PWAs to provide smooth, engaging experiences comparable to native mobile apps across various devices and network environments.</a:t>
            </a:r>
          </a:p>
        </p:txBody>
      </p:sp>
      <p:sp>
        <p:nvSpPr>
          <p:cNvPr id="4" name="SlideText2"/>
          <p:cNvSpPr>
            <a:spLocks noGrp="1" noChangeArrowheads="1"/>
            <a:extLst>
              <a:ext uri="smNativeData">
                <pr:smNativeData xmlns:pr="smNativeData" xmlns="smNativeData" val="SMDATA_15_InWGaBMAAAAlAAAAZAAAAA8BAAAAkAAAAEgAAACQAAAASAAAAAAAAAAA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QIAABtHAAAsCUAABAAAAAmAAAACAAAAAAAAAAAAAAA"/>
              </a:ext>
            </a:extLst>
          </p:cNvSpPr>
          <p:nvPr>
            <p:ph type="body" idx="2"/>
          </p:nvPr>
        </p:nvSpPr>
        <p:spPr/>
        <p:txBody>
          <a:bodyPr/>
          <a:lstStyle/>
          <a:p>
            <a:pPr>
              <a:lnSpc>
                <a:spcPct val="150000"/>
              </a:lnSpc>
              <a:buAutoNum type="arabicPlain"/>
              <a:defRPr sz="1600" cap="none">
                <a:latin typeface="Arial" pitchFamily="2" charset="0"/>
                <a:ea typeface="Arial" pitchFamily="2" charset="0"/>
                <a:cs typeface="Arial" pitchFamily="2" charset="0"/>
              </a:defRPr>
            </a:pPr>
            <a:r>
              <a:t>Web App Manifests</a:t>
            </a:r>
          </a:p>
          <a:p>
            <a:pPr>
              <a:lnSpc>
                <a:spcPct val="150000"/>
              </a:lnSpc>
              <a:buAutoNum type="arabicPlain"/>
              <a:defRPr sz="1600" cap="none">
                <a:latin typeface="Arial" pitchFamily="2" charset="0"/>
                <a:ea typeface="Arial" pitchFamily="2" charset="0"/>
                <a:cs typeface="Arial" pitchFamily="2" charset="0"/>
              </a:defRPr>
            </a:pPr>
            <a:r>
              <a:t>Modern JavaScript frameworks for building features</a:t>
            </a:r>
          </a:p>
        </p:txBody>
      </p:sp>
    </p:spTree>
  </p:cSld>
  <p:clrMapOvr>
    <a:masterClrMapping/>
  </p:clrMapOvr>
  <p:timing>
    <p:tnLst>
      <p:par>
        <p:cTn id="1" dur="indefinite" restart="never" nodeType="tmRoot"/>
      </p:par>
    </p:tnLst>
  </p:timing>
</p:sld>
</file>

<file path=ppt/slides/slide6.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InWGaBMAAAAlAAAAZAAAAA8BAAAAkAAAAEgAAACQAAAASAAAAAAAAAAC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4BAABtHAAA1AgAABAAAAAmAAAACAAAAAAAAAAAAAAA"/>
              </a:ext>
            </a:extLst>
          </p:cNvSpPr>
          <p:nvPr>
            <p:ph type="title"/>
          </p:nvPr>
        </p:nvSpPr>
        <p:spPr/>
        <p:txBody>
          <a:bodyPr/>
          <a:lstStyle/>
          <a:p>
            <a:pPr>
              <a:defRPr cap="none">
                <a:latin typeface="Arial" pitchFamily="2" charset="0"/>
                <a:ea typeface="Arial" pitchFamily="2" charset="0"/>
                <a:cs typeface="Arial" pitchFamily="2" charset="0"/>
              </a:defRPr>
            </a:pPr>
            <a:r>
              <a:t>TRANSFORMATION IMPACT OF PWAs</a:t>
            </a:r>
          </a:p>
        </p:txBody>
      </p:sp>
      <p:sp>
        <p:nvSpPr>
          <p:cNvPr id="3" name="SlideText1"/>
          <p:cNvSpPr>
            <a:spLocks noGrp="1" noChangeArrowheads="1"/>
            <a:extLst>
              <a:ext uri="smNativeData">
                <pr:smNativeData xmlns:pr="smNativeData" xmlns="smNativeData" val="SMDATA_15_InWGaBMAAAAlAAAAZAAAAA8BAAAAkAAAAEgAAACQAAAASAAAAAAAAAAA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0AAK4BAABARwAAsCUAAAAAAAAmAAAACAAAAAGAAAAAAAAA"/>
              </a:ext>
            </a:extLst>
          </p:cNvSpPr>
          <p:nvPr>
            <p:ph type="body" idx="1"/>
          </p:nvPr>
        </p:nvSpPr>
        <p:spPr>
          <a:xfrm>
            <a:off x="4766945" y="273050"/>
            <a:ext cx="6815455" cy="5853430"/>
          </a:xfrm>
        </p:spPr>
        <p:txBody>
          <a:bodyPr/>
          <a:lstStyle>
            <a:lvl1pPr>
              <a:defRPr sz="3200" cap="none"/>
            </a:lvl1pPr>
            <a:lvl2pPr>
              <a:defRPr sz="2800" cap="none"/>
            </a:lvl2pPr>
            <a:lvl3pPr>
              <a:defRPr sz="2400" cap="none"/>
            </a:lvl3pPr>
            <a:lvl4pPr>
              <a:defRPr sz="2000" cap="none"/>
            </a:lvl4pPr>
            <a:lvl5pPr>
              <a:defRPr sz="2000" cap="none"/>
            </a:lvl5pPr>
            <a:lvl6pPr>
              <a:defRPr sz="2000" cap="none"/>
            </a:lvl6pPr>
            <a:lvl7pPr>
              <a:defRPr sz="2000" cap="none"/>
            </a:lvl7pPr>
            <a:lvl8pPr>
              <a:defRPr sz="2000" cap="none"/>
            </a:lvl8pPr>
            <a:lvl9pPr>
              <a:defRPr sz="2000" cap="none"/>
            </a:lvl9pPr>
          </a:lstStyle>
          <a:p>
            <a:pPr>
              <a:lnSpc>
                <a:spcPct val="100000"/>
              </a:lnSpc>
              <a:defRPr sz="1200" cap="none">
                <a:latin typeface="Arial" pitchFamily="2" charset="0"/>
                <a:ea typeface="Arial" pitchFamily="2" charset="0"/>
                <a:cs typeface="Arial" pitchFamily="2" charset="0"/>
              </a:defRPr>
            </a:pPr>
            <a:r>
              <a:t>Progressive Web Applications (PWAs) greatly enhance accessibility, particularly in regions where connectivity and device capabilities vary widely. Unlike native applications, which often require advanced hardware and large downloads, PWAs are lightweight and operate smoothly on low-end devices while consuming minimal data. This makes them ideal for users with limited internet bandwidth or older devices. For example, a student in a remote area can access educational content offline, or a small business owner can process orders even when facing inconsistent network coverage. By loading quickly on slow networks like 2G or 3G, PWAs open the door to digital inclusion for a much broader audience than traditional apps.</a:t>
            </a:r>
          </a:p>
          <a:p>
            <a:pPr>
              <a:lnSpc>
                <a:spcPct val="100000"/>
              </a:lnSpc>
              <a:defRPr sz="1200" cap="none">
                <a:latin typeface="Arial" pitchFamily="2" charset="0"/>
                <a:ea typeface="Arial" pitchFamily="2" charset="0"/>
                <a:cs typeface="Arial" pitchFamily="2" charset="0"/>
              </a:defRPr>
            </a:pPr>
          </a:p>
          <a:p>
            <a:pPr>
              <a:lnSpc>
                <a:spcPct val="100000"/>
              </a:lnSpc>
              <a:defRPr sz="1200" cap="none">
                <a:latin typeface="Arial" pitchFamily="2" charset="0"/>
                <a:ea typeface="Arial" pitchFamily="2" charset="0"/>
                <a:cs typeface="Arial" pitchFamily="2" charset="0"/>
              </a:defRPr>
            </a:pPr>
            <a:r>
              <a:t>Cost-effectiveness is another compelling advantage of PWAs for businesses and organizations. Developing a single PWA that functions seamlessly across all platforms—iOS, Android, and web—eliminates the need to create multiple native apps and separate websites. This unified codebase approach significantly reduces development and maintenance expenses while speeding up deployment and simplifying updates. As a result, companies can innovate more swiftly and allocate their financial resources to other strategic priorities, making PWAs a smart solution especially for those with limited budgets.</a:t>
            </a:r>
          </a:p>
          <a:p>
            <a:pPr>
              <a:lnSpc>
                <a:spcPct val="100000"/>
              </a:lnSpc>
              <a:defRPr sz="1200" cap="none">
                <a:latin typeface="Arial" pitchFamily="2" charset="0"/>
                <a:ea typeface="Arial" pitchFamily="2" charset="0"/>
                <a:cs typeface="Arial" pitchFamily="2" charset="0"/>
              </a:defRPr>
            </a:pPr>
          </a:p>
          <a:p>
            <a:pPr>
              <a:lnSpc>
                <a:spcPct val="100000"/>
              </a:lnSpc>
              <a:defRPr sz="1200" cap="none">
                <a:latin typeface="Arial" pitchFamily="2" charset="0"/>
                <a:ea typeface="Arial" pitchFamily="2" charset="0"/>
                <a:cs typeface="Arial" pitchFamily="2" charset="0"/>
              </a:defRPr>
            </a:pPr>
            <a:r>
              <a:t>PWAs are versatile and cater to various use cases across industries. In eCommerce, they provide users with a fast, engaging shopping experience that feels like a native app, boosting customer retention and sales. In education, PWAs enable interactive modules that function offline, thereby supporting learners in rural or underserved communities. Public services benefit as well, with governments and NGOs using PWAs to distribute essential information and tools to citizens regardless of the devices they own or their network quality, enhancing civic engagement and service delivery.</a:t>
            </a:r>
          </a:p>
          <a:p>
            <a:pPr>
              <a:lnSpc>
                <a:spcPct val="100000"/>
              </a:lnSpc>
              <a:defRPr sz="1200" cap="none">
                <a:latin typeface="Arial" pitchFamily="2" charset="0"/>
                <a:ea typeface="Arial" pitchFamily="2" charset="0"/>
                <a:cs typeface="Arial" pitchFamily="2" charset="0"/>
              </a:defRPr>
            </a:pPr>
          </a:p>
          <a:p>
            <a:pPr>
              <a:lnSpc>
                <a:spcPct val="100000"/>
              </a:lnSpc>
              <a:defRPr sz="1200" cap="none">
                <a:latin typeface="Arial" pitchFamily="2" charset="0"/>
                <a:ea typeface="Arial" pitchFamily="2" charset="0"/>
                <a:cs typeface="Arial" pitchFamily="2" charset="0"/>
              </a:defRPr>
            </a:pPr>
            <a:r>
              <a:t>Consider Kenya’s eCitizen platform as a relevant case study. Although not fully developed as a PWA to date, many government digital services in Kenya already benefit from mobile-optimized, web-first designs. Transforming platforms like eCitizen into full PWAs would increase accessibility dramatically by allowing users to access government services offline or with limited data, reducing bureaucratic hurdles and promoting greater citizen interaction. On a global scale, Twitter Lite exemplifies a successful PWA designed for emerging markets: it occupies less than 3 MB of storage, loads instantly, and works offline, enabling users to engage with content efficiently even on slow or unstable networks. Twitter Lite’s widespread adoption highlights how PWAs can overcome technical and economic barriers to reach diverse audiences effectively.</a:t>
            </a:r>
          </a:p>
        </p:txBody>
      </p:sp>
      <p:sp>
        <p:nvSpPr>
          <p:cNvPr id="4" name="SlideText2"/>
          <p:cNvSpPr>
            <a:spLocks noGrp="1" noChangeArrowheads="1"/>
            <a:extLst>
              <a:ext uri="smNativeData">
                <pr:smNativeData xmlns:pr="smNativeData" xmlns="smNativeData" val="SMDATA_15_InWGaBMAAAAlAAAAZAAAAA8BAAAAkAAAAEgAAACQAAAASAAAAAAAAAAA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QIAABtHAAAsCUAABAAAAAmAAAACAAAAAAAAAAAAAAA"/>
              </a:ext>
            </a:extLst>
          </p:cNvSpPr>
          <p:nvPr>
            <p:ph type="body" idx="2"/>
          </p:nvPr>
        </p:nvSpPr>
        <p:spPr/>
        <p:txBody>
          <a:bodyPr/>
          <a:lstStyle/>
          <a:p>
            <a:pPr>
              <a:lnSpc>
                <a:spcPct val="150000"/>
              </a:lnSpc>
              <a:buAutoNum type="arabicPlain"/>
              <a:defRPr sz="1600" cap="none">
                <a:latin typeface="Arial" pitchFamily="2" charset="0"/>
                <a:ea typeface="Arial" pitchFamily="2" charset="0"/>
                <a:cs typeface="Arial" pitchFamily="2" charset="0"/>
              </a:defRPr>
            </a:pPr>
            <a:r>
              <a:t>Improved Accessibilty</a:t>
            </a:r>
          </a:p>
          <a:p>
            <a:pPr>
              <a:lnSpc>
                <a:spcPct val="150000"/>
              </a:lnSpc>
              <a:buAutoNum type="arabicPlain"/>
              <a:defRPr sz="1600" cap="none">
                <a:latin typeface="Arial" pitchFamily="2" charset="0"/>
                <a:ea typeface="Arial" pitchFamily="2" charset="0"/>
                <a:cs typeface="Arial" pitchFamily="2" charset="0"/>
              </a:defRPr>
            </a:pPr>
            <a:r>
              <a:t>Cost-effectiveness</a:t>
            </a:r>
          </a:p>
          <a:p>
            <a:pPr>
              <a:lnSpc>
                <a:spcPct val="150000"/>
              </a:lnSpc>
              <a:buAutoNum type="arabicPlain"/>
              <a:defRPr sz="1600" cap="none">
                <a:latin typeface="Arial" pitchFamily="2" charset="0"/>
                <a:ea typeface="Arial" pitchFamily="2" charset="0"/>
                <a:cs typeface="Arial" pitchFamily="2" charset="0"/>
              </a:defRPr>
            </a:pPr>
            <a:r>
              <a:t>Use Cases</a:t>
            </a:r>
          </a:p>
          <a:p>
            <a:pPr>
              <a:lnSpc>
                <a:spcPct val="150000"/>
              </a:lnSpc>
              <a:buAutoNum type="arabicPlain"/>
              <a:defRPr sz="1600" cap="none">
                <a:latin typeface="Arial" pitchFamily="2" charset="0"/>
                <a:ea typeface="Arial" pitchFamily="2" charset="0"/>
                <a:cs typeface="Arial" pitchFamily="2" charset="0"/>
              </a:defRPr>
            </a:pPr>
            <a:r>
              <a:t>Case Studies</a:t>
            </a:r>
          </a:p>
        </p:txBody>
      </p:sp>
    </p:spTree>
  </p:cSld>
  <p:clrMapOvr>
    <a:masterClrMapping/>
  </p:clrMapOvr>
  <p:timing>
    <p:tnLst>
      <p:par>
        <p:cTn id="1" dur="indefinite" restart="never" nodeType="tmRoot"/>
      </p:par>
    </p:tnLst>
  </p:timing>
</p:sld>
</file>

<file path=ppt/slides/slide7.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InWGaBMAAAAlAAAAZAAAAA8BAAAAkAAAAEgAAACQAAAASAAAAAAAAAAC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AEAA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4BAABtHAAA1AgAABAAAAAmAAAACAAAAAAAAAAAAAAA"/>
              </a:ext>
            </a:extLst>
          </p:cNvSpPr>
          <p:nvPr>
            <p:ph type="title"/>
          </p:nvPr>
        </p:nvSpPr>
        <p:spPr/>
        <p:txBody>
          <a:bodyPr/>
          <a:lstStyle/>
          <a:p>
            <a:pPr>
              <a:defRPr cap="none">
                <a:latin typeface="Arial" pitchFamily="2" charset="0"/>
                <a:ea typeface="Arial" pitchFamily="2" charset="0"/>
                <a:cs typeface="Arial" pitchFamily="2" charset="0"/>
              </a:defRPr>
            </a:pPr>
            <a:r>
              <a:t>EXPERIENCE, RELEVANCE AND COMMON CHALLENGES IN BUILDING OF PWAs</a:t>
            </a:r>
          </a:p>
        </p:txBody>
      </p:sp>
      <p:sp>
        <p:nvSpPr>
          <p:cNvPr id="3" name="SlideText1"/>
          <p:cNvSpPr>
            <a:spLocks noGrp="1" noChangeArrowheads="1"/>
            <a:extLst>
              <a:ext uri="smNativeData">
                <pr:smNativeData xmlns:pr="smNativeData" xmlns="smNativeData" val="SMDATA_15_InWGaBMAAAAlAAAAZAAAAA8BAAAAkAAAAEgAAACQAAAASAAAAAAAAAAA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Aw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0AAK4BAABARwAAsCUAAAAAAAAmAAAACAAAAAGAAAAAAAAA"/>
              </a:ext>
            </a:extLst>
          </p:cNvSpPr>
          <p:nvPr>
            <p:ph type="body" idx="1"/>
          </p:nvPr>
        </p:nvSpPr>
        <p:spPr>
          <a:xfrm>
            <a:off x="4766945" y="273050"/>
            <a:ext cx="6815455" cy="5853430"/>
          </a:xfrm>
        </p:spPr>
        <p:txBody>
          <a:bodyPr/>
          <a:lstStyle>
            <a:lvl1pPr>
              <a:defRPr sz="3200" cap="none"/>
            </a:lvl1pPr>
            <a:lvl2pPr>
              <a:defRPr sz="2800" cap="none"/>
            </a:lvl2pPr>
            <a:lvl3pPr>
              <a:defRPr sz="2400" cap="none"/>
            </a:lvl3pPr>
            <a:lvl4pPr>
              <a:defRPr sz="2000" cap="none"/>
            </a:lvl4pPr>
            <a:lvl5pPr>
              <a:defRPr sz="2000" cap="none"/>
            </a:lvl5pPr>
            <a:lvl6pPr>
              <a:defRPr sz="2000" cap="none"/>
            </a:lvl6pPr>
            <a:lvl7pPr>
              <a:defRPr sz="2000" cap="none"/>
            </a:lvl7pPr>
            <a:lvl8pPr>
              <a:defRPr sz="2000" cap="none"/>
            </a:lvl8pPr>
            <a:lvl9pPr>
              <a:defRPr sz="2000" cap="none"/>
            </a:lvl9pPr>
          </a:lstStyle>
          <a:p>
            <a:pPr>
              <a:lnSpc>
                <a:spcPct val="100000"/>
              </a:lnSpc>
              <a:defRPr sz="1200" cap="none">
                <a:latin typeface="Arial" pitchFamily="2" charset="0"/>
                <a:ea typeface="Arial" pitchFamily="2" charset="0"/>
                <a:cs typeface="Arial" pitchFamily="2" charset="0"/>
              </a:defRPr>
            </a:pPr>
            <a:r>
              <a:t>Building Progressive Web Applications (PWAs) offers developers a unique and rewarding experience that blends the advantages of both web and native applications. Throughout development and beyond, PWAs remain highly relevant due to their ability to provide a uniform and reliable user experience across diverse devices. This universal accessibility ensures that PWAs reach broader audiences without the need for multiple platform-specific versions. Additionally, their nature allows instantaneous updates, bypassing the delays often associated with traditional app stores, which helps reduce maintenance challenges and accelerates feature rollouts. Businesses also benefit from the efficiency of managing a single codebase that supports all platforms, simplifying deployment efforts and reducing costs, making PWAs especially valuable for teams of any size.</a:t>
            </a:r>
          </a:p>
          <a:p>
            <a:pPr>
              <a:lnSpc>
                <a:spcPct val="100000"/>
              </a:lnSpc>
              <a:defRPr sz="1200" cap="none">
                <a:latin typeface="Arial" pitchFamily="2" charset="0"/>
                <a:ea typeface="Arial" pitchFamily="2" charset="0"/>
                <a:cs typeface="Arial" pitchFamily="2" charset="0"/>
              </a:defRPr>
            </a:pPr>
          </a:p>
          <a:p>
            <a:pPr>
              <a:lnSpc>
                <a:spcPct val="100000"/>
              </a:lnSpc>
              <a:defRPr sz="1200" cap="none">
                <a:latin typeface="Arial" pitchFamily="2" charset="0"/>
                <a:ea typeface="Arial" pitchFamily="2" charset="0"/>
                <a:cs typeface="Arial" pitchFamily="2" charset="0"/>
              </a:defRPr>
            </a:pPr>
            <a:r>
              <a:t>Despite these advantages, developing PWAs comes with several notable challenges that demand specialized skills. Implementing service workers—critical for offline functionality and caching—requires handling complex background processes, advanced caching techniques, and meticulous error management, paired with rigorous testing and debugging. Performance optimization is another critical focus area; developers must minimize file sizes, implement lazy loading, and fine-tune caching strategies to maintain fast, smooth experiences even on low-end devices or unstable networks. Cross-browser compatibility also presents hurdles, necessitating thorough testing across browsers like Chrome, Safari, and Firefox due to inconsistent feature support, especially around offline mode and push notifications. Furthermore, PWAs face limitations accessing native device features and integrating deeply with operating systems, requiring creative workarounds. Strict security protocols, including HTTPS compliance and secure management of all resources, are vital to maintain user trust. Lastly, since PWAs are still relatively new to many users, effective onboarding and education are essential to drive adoption. Throughout this process, developers gain valuable expertise in web technologies, responsive design, performance tuning, security best practices, as well as specialized skills related to service workers and progressive enhancement, making PWA development a comprehensive learning journey.</a:t>
            </a:r>
          </a:p>
        </p:txBody>
      </p:sp>
      <p:sp>
        <p:nvSpPr>
          <p:cNvPr id="4" name="SlideText2"/>
          <p:cNvSpPr>
            <a:spLocks noGrp="1" noChangeArrowheads="1"/>
            <a:extLst>
              <a:ext uri="smNativeData">
                <pr:smNativeData xmlns:pr="smNativeData" xmlns="smNativeData" val="SMDATA_15_InWGaBMAAAAlAAAAZAAAAA8BAAAAkAAAAEgAAACQAAAASAAAAAAAAAAA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Aw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QIAABtHAAAsCUAABAAAAAmAAAACAAAAAAAAAAAAAAA"/>
              </a:ext>
            </a:extLst>
          </p:cNvSpPr>
          <p:nvPr>
            <p:ph type="body" idx="2"/>
          </p:nvPr>
        </p:nvSpPr>
        <p:spPr/>
        <p:txBody>
          <a:bodyPr/>
          <a:lstStyle/>
          <a:p>
            <a:pPr>
              <a:lnSpc>
                <a:spcPct val="150000"/>
              </a:lnSpc>
              <a:buAutoNum type="arabicPlain"/>
              <a:defRPr sz="1600" cap="none">
                <a:latin typeface="Arial" pitchFamily="2" charset="0"/>
                <a:ea typeface="Arial" pitchFamily="2" charset="0"/>
                <a:cs typeface="Arial" pitchFamily="2" charset="0"/>
              </a:defRPr>
            </a:pPr>
            <a:r>
              <a:t>An overview of the average experience and relevance during and after development of PWA projects</a:t>
            </a:r>
          </a:p>
          <a:p>
            <a:pPr>
              <a:lnSpc>
                <a:spcPct val="150000"/>
              </a:lnSpc>
              <a:buAutoNum type="arabicPlain"/>
              <a:defRPr sz="1600" cap="none">
                <a:latin typeface="Arial" pitchFamily="2" charset="0"/>
                <a:ea typeface="Arial" pitchFamily="2" charset="0"/>
                <a:cs typeface="Arial" pitchFamily="2" charset="0"/>
              </a:defRPr>
            </a:pPr>
            <a:r>
              <a:t>Challenges faced and Skills acquired during development of PWAs</a:t>
            </a:r>
          </a:p>
        </p:txBody>
      </p:sp>
    </p:spTree>
  </p:cSld>
  <p:clrMapOvr>
    <a:masterClrMapping/>
  </p:clrMapOvr>
  <p:timing>
    <p:tnLst>
      <p:par>
        <p:cTn id="1" dur="indefinite" restart="never" nodeType="tmRoot"/>
      </p:par>
    </p:tnLst>
  </p:timing>
</p:sld>
</file>

<file path=ppt/slides/slide8.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InWGaBMAAAAlAAAAZAAAAA8BAAAAkAAAAEgAAACQAAAASAAAAAAAAAAC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4BAABtHAAA1AgAABAAAAAmAAAACAAAAAAAAAAAAAAA"/>
              </a:ext>
            </a:extLst>
          </p:cNvSpPr>
          <p:nvPr>
            <p:ph type="title"/>
          </p:nvPr>
        </p:nvSpPr>
        <p:spPr/>
        <p:txBody>
          <a:bodyPr/>
          <a:lstStyle/>
          <a:p>
            <a:pPr>
              <a:defRPr cap="none">
                <a:latin typeface="Arial" pitchFamily="2" charset="0"/>
                <a:ea typeface="Arial" pitchFamily="2" charset="0"/>
                <a:cs typeface="Arial" pitchFamily="2" charset="0"/>
              </a:defRPr>
            </a:pPr>
            <a:r>
              <a:t>FUTURE TRENDS IN DEVELOPMENT OF PWAs</a:t>
            </a:r>
          </a:p>
        </p:txBody>
      </p:sp>
      <p:sp>
        <p:nvSpPr>
          <p:cNvPr id="3" name="SlideText1"/>
          <p:cNvSpPr>
            <a:spLocks noGrp="1" noChangeArrowheads="1"/>
            <a:extLst>
              <a:ext uri="smNativeData">
                <pr:smNativeData xmlns:pr="smNativeData" xmlns="smNativeData" val="SMDATA_15_InWGaBMAAAAlAAAAZAAAAA8BAAAAkAAAAEgAAACQAAAASAAAAAAAAAAA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B8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0AAK4BAABARwAAsCUAAAAAAAAmAAAACAAAAAGAAAAAAAAA"/>
              </a:ext>
            </a:extLst>
          </p:cNvSpPr>
          <p:nvPr>
            <p:ph type="body" idx="1"/>
          </p:nvPr>
        </p:nvSpPr>
        <p:spPr>
          <a:xfrm>
            <a:off x="4766945" y="273050"/>
            <a:ext cx="6815455" cy="5853430"/>
          </a:xfrm>
        </p:spPr>
        <p:txBody>
          <a:bodyPr/>
          <a:lstStyle>
            <a:lvl1pPr>
              <a:defRPr sz="3200" cap="none"/>
            </a:lvl1pPr>
            <a:lvl2pPr>
              <a:defRPr sz="2800" cap="none"/>
            </a:lvl2pPr>
            <a:lvl3pPr>
              <a:defRPr sz="2400" cap="none"/>
            </a:lvl3pPr>
            <a:lvl4pPr>
              <a:defRPr sz="2000" cap="none"/>
            </a:lvl4pPr>
            <a:lvl5pPr>
              <a:defRPr sz="2000" cap="none"/>
            </a:lvl5pPr>
            <a:lvl6pPr>
              <a:defRPr sz="2000" cap="none"/>
            </a:lvl6pPr>
            <a:lvl7pPr>
              <a:defRPr sz="2000" cap="none"/>
            </a:lvl7pPr>
            <a:lvl8pPr>
              <a:defRPr sz="2000" cap="none"/>
            </a:lvl8pPr>
            <a:lvl9pPr>
              <a:defRPr sz="2000" cap="none"/>
            </a:lvl9pPr>
          </a:lstStyle>
          <a:p>
            <a:pPr>
              <a:lnSpc>
                <a:spcPct val="100000"/>
              </a:lnSpc>
              <a:defRPr sz="1200" cap="none">
                <a:latin typeface="Arial" pitchFamily="2" charset="0"/>
                <a:ea typeface="Arial" pitchFamily="2" charset="0"/>
                <a:cs typeface="Arial" pitchFamily="2" charset="0"/>
              </a:defRPr>
            </a:pPr>
            <a:r>
              <a:t>Advancements in Progressive Web Applications (PWAs) are increasingly harnessing the power of artificial intelligence to enhance user experiences. Modern PWAs are beginning to integrate hardware APIs that grant access to device features traditionally reserved for native apps—such as cameras, GPS, accelerometers, Bluetooth, and file systems. This enables innovative functionalities like QR code scanning, contactless payments, and location-based services directly through the web without requiring separate app downloads. Moreover, the integration of AI and machine learning technologies allows PWAs to deliver personalized recommendations, real-time language translation, intelligent search, and chatbot support. Thanks to the web’s open architecture, these AI-driven capabilities can be rapidly incorporated via APIs, resulting in smarter, more intuitive, and highly responsive user interactions tailored to individuals' unique needs and behaviors.</a:t>
            </a:r>
          </a:p>
          <a:p>
            <a:pPr>
              <a:lnSpc>
                <a:spcPct val="100000"/>
              </a:lnSpc>
              <a:defRPr sz="1200" cap="none">
                <a:latin typeface="Arial" pitchFamily="2" charset="0"/>
                <a:ea typeface="Arial" pitchFamily="2" charset="0"/>
                <a:cs typeface="Arial" pitchFamily="2" charset="0"/>
              </a:defRPr>
            </a:pPr>
          </a:p>
          <a:p>
            <a:pPr>
              <a:lnSpc>
                <a:spcPct val="100000"/>
              </a:lnSpc>
              <a:defRPr sz="1200" cap="none">
                <a:latin typeface="Arial" pitchFamily="2" charset="0"/>
                <a:ea typeface="Arial" pitchFamily="2" charset="0"/>
                <a:cs typeface="Arial" pitchFamily="2" charset="0"/>
              </a:defRPr>
            </a:pPr>
            <a:r>
              <a:t>In the context of Africa’s digital transformation and digital inclusion, PWAs play a crucial and transformative role. As internet connectivity spreads and mobile devices become the primary means of accessing information and services, PWAs provide a sustainable solution to overcome barriers of accessibility and cost. Their lightweight design and offline capabilities make them especially suitable for regions where connectivity is intermittent and users often rely on low-end devices. By enabling local businesses to reach wider markets, facilitating education access, streamlining government and public services, and improving everyday digital interactions, PWAs help bridge the digital divide. This ensures more equitable participation in Africa’s growing digital economy, supporting inclusive growth and helping to prevent anyone from being excluded from the continent’s expanding digital future.</a:t>
            </a:r>
          </a:p>
        </p:txBody>
      </p:sp>
      <p:sp>
        <p:nvSpPr>
          <p:cNvPr id="4" name="SlideText2"/>
          <p:cNvSpPr>
            <a:spLocks noGrp="1" noChangeArrowheads="1"/>
            <a:extLst>
              <a:ext uri="smNativeData">
                <pr:smNativeData xmlns:pr="smNativeData" xmlns="smNativeData" val="SMDATA_15_InWGaBMAAAAlAAAAZAAAAA8BAAAAkAAAAEgAAACQAAAASAAAAAAAAAAAAAAAAAAAAAEAAABQAAAAAAAAAAAA4D8AAAAAAADgPwAAAAAAAOA/AAAAAAAA4D8AAAAAAADgPwAAAAAAAOA/AAAAAAAA4D8AAAAAAADgPwAAAAAAAOA/AAAAAAAA4D8CAAAAjAAAAAAAAAAAAAAAAGRiDACAgAgAAAAAAAAAAAAAAAAAAAAAAAAAAAAAAAAAAAAAZAAAAAEAAABAAAAAAAAAAAAAAAAAAAAAAAAAAAAAAAAAAAAAAAAAAAAAAAAAAAAAAAAAAAAAAAAAAAAAAAAAAAAAAAAAAAAAAAAAAAAAAAAAAAAAAAAAAAAAAAAAAAAAFAAAADwAAAAAAAAAAAAAAP///wkUAAAAAQAAABQAAAAUAAAAFAAAAAEAAAAAAAAAZAAAAGQAAAAAAAAAZAAAAGQAAAAVAAAAYAAAAAAAAAAAAAAADwAAACADAAAAAAAAAAAAAAEAAACgMgAAVgcAAKr4//8BAAAAf39/AAEAAABkAAAAAAAAABQAAABAHwAAAAAAACYAAAAAAAAAwOD//wAAAAAmAAAAZAAAABYAAABMAAAAAAAAAAAAAAAEAAAAAAAAAAEAAAAAWlgKAAAAACgAAAAoAAAAZAAAAGQAAAAAAAAAzMzMAAAAAABQAAAAUAAAAGQAAABkAAAAAAAAABcAAAAUAAAAAAAAAAAAAAD/fwAA/38AAAAAAAAJAAAABAAAAKBZ+x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QIAABtHAAAsCUAABAAAAAmAAAACAAAAAAAAAAAAAAA"/>
              </a:ext>
            </a:extLst>
          </p:cNvSpPr>
          <p:nvPr>
            <p:ph type="body" idx="2"/>
          </p:nvPr>
        </p:nvSpPr>
        <p:spPr/>
        <p:txBody>
          <a:bodyPr/>
          <a:lstStyle/>
          <a:p>
            <a:pPr>
              <a:lnSpc>
                <a:spcPct val="150000"/>
              </a:lnSpc>
              <a:buAutoNum type="arabicPlain"/>
              <a:defRPr sz="1600" cap="none">
                <a:latin typeface="Arial" pitchFamily="2" charset="0"/>
                <a:ea typeface="Arial" pitchFamily="2" charset="0"/>
                <a:cs typeface="Arial" pitchFamily="2" charset="0"/>
              </a:defRPr>
            </a:pPr>
            <a:r>
              <a:t>Leveraging AI for enhanced user experiences</a:t>
            </a:r>
          </a:p>
          <a:p>
            <a:pPr>
              <a:lnSpc>
                <a:spcPct val="150000"/>
              </a:lnSpc>
              <a:buAutoNum type="arabicPlain"/>
              <a:defRPr sz="1600" cap="none">
                <a:latin typeface="Arial" pitchFamily="2" charset="0"/>
                <a:ea typeface="Arial" pitchFamily="2" charset="0"/>
                <a:cs typeface="Arial" pitchFamily="2" charset="0"/>
              </a:defRPr>
            </a:pPr>
            <a:r>
              <a:t>Role of PWAs in Africa’s digital transformation and digital inclusion</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Presentation">
  <a:themeElements>
    <a:clrScheme name="Presentation 1">
      <a:dk1>
        <a:srgbClr val="FFFFFF"/>
      </a:dk1>
      <a:lt1>
        <a:srgbClr val="008080"/>
      </a:lt1>
      <a:dk2>
        <a:srgbClr val="FFFF99"/>
      </a:dk2>
      <a:lt2>
        <a:srgbClr val="005A58"/>
      </a:lt2>
      <a:accent1>
        <a:srgbClr val="006462"/>
      </a:accent1>
      <a:accent2>
        <a:srgbClr val="6D6FC7"/>
      </a:accent2>
      <a:accent3>
        <a:srgbClr val="6D8FA7"/>
      </a:accent3>
      <a:accent4>
        <a:srgbClr val="8DAF87"/>
      </a:accent4>
      <a:accent5>
        <a:srgbClr val="ADCF67"/>
      </a:accent5>
      <a:accent6>
        <a:srgbClr val="CDEF47"/>
      </a:accent6>
      <a:hlink>
        <a:srgbClr val="00FFFF"/>
      </a:hlink>
      <a:folHlink>
        <a:srgbClr val="00FF00"/>
      </a:folHlink>
    </a:clrScheme>
    <a:fontScheme name="Presentation">
      <a:majorFont>
        <a:latin typeface="Calibri"/>
        <a:ea typeface="SimSun"/>
        <a:cs typeface="Times New Roman"/>
      </a:majorFont>
      <a:minorFont>
        <a:latin typeface="Calibri"/>
        <a:ea typeface="SimSun"/>
        <a:cs typeface="Times New Roma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prstTxWarp prst="textNoShape">
          <a:avLst/>
        </a:prstTxWarp>
        <a:noAutofit/>
      </a:bodyPr>
      <a:lstStyle>
        <a:defPPr>
          <a:defRPr/>
        </a:defPPr>
      </a:lstStyle>
      <a:style>
        <a:lnRef idx="0">
          <a:schemeClr val="accent1"/>
        </a:lnRef>
        <a:fillRef idx="0">
          <a:schemeClr val="accent1"/>
        </a:fillRef>
        <a:effectRef idx="0">
          <a:schemeClr val="accent1"/>
        </a:effectRef>
        <a:fontRef idx="minor">
          <a:schemeClr val="lt1"/>
        </a:fontRef>
      </a:style>
    </a:spDef>
  </a:objectDefaults>
  <a:extraClrSchemeLst>
    <a:extraClrScheme>
      <a:clrScheme name="Presentation 1">
        <a:dk1>
          <a:srgbClr val="FFFFFF"/>
        </a:dk1>
        <a:lt1>
          <a:srgbClr val="008080"/>
        </a:lt1>
        <a:dk2>
          <a:srgbClr val="FFFF99"/>
        </a:dk2>
        <a:lt2>
          <a:srgbClr val="005A58"/>
        </a:lt2>
        <a:accent1>
          <a:srgbClr val="006462"/>
        </a:accent1>
        <a:accent2>
          <a:srgbClr val="6D6FC7"/>
        </a:accent2>
        <a:accent3>
          <a:srgbClr val="6D8FA7"/>
        </a:accent3>
        <a:accent4>
          <a:srgbClr val="8DAF87"/>
        </a:accent4>
        <a:accent5>
          <a:srgbClr val="ADCF67"/>
        </a:accent5>
        <a:accent6>
          <a:srgbClr val="CDEF47"/>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Presentation 2">
        <a:dk1>
          <a:srgbClr val="000000"/>
        </a:dk1>
        <a:lt1>
          <a:srgbClr val="FFFFFF"/>
        </a:lt1>
        <a:dk2>
          <a:srgbClr val="000000"/>
        </a:dk2>
        <a:lt2>
          <a:srgbClr val="808080"/>
        </a:lt2>
        <a:accent1>
          <a:srgbClr val="BBE0E3"/>
        </a:accent1>
        <a:accent2>
          <a:srgbClr val="333399"/>
        </a:accent2>
        <a:accent3>
          <a:srgbClr val="535379"/>
        </a:accent3>
        <a:accent4>
          <a:srgbClr val="737359"/>
        </a:accent4>
        <a:accent5>
          <a:srgbClr val="939339"/>
        </a:accent5>
        <a:accent6>
          <a:srgbClr val="B3B31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Presentation 3">
        <a:dk1>
          <a:srgbClr val="000000"/>
        </a:dk1>
        <a:lt1>
          <a:srgbClr val="FFFFFF"/>
        </a:lt1>
        <a:dk2>
          <a:srgbClr val="000000"/>
        </a:dk2>
        <a:lt2>
          <a:srgbClr val="969696"/>
        </a:lt2>
        <a:accent1>
          <a:srgbClr val="FBDF53"/>
        </a:accent1>
        <a:accent2>
          <a:srgbClr val="FF9966"/>
        </a:accent2>
        <a:accent3>
          <a:srgbClr val="DF7986"/>
        </a:accent3>
        <a:accent4>
          <a:srgbClr val="BF59A6"/>
        </a:accent4>
        <a:accent5>
          <a:srgbClr val="9F39C6"/>
        </a:accent5>
        <a:accent6>
          <a:srgbClr val="7F19E6"/>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Presentation 4">
        <a:dk1>
          <a:srgbClr val="000000"/>
        </a:dk1>
        <a:lt1>
          <a:srgbClr val="FFFFFF"/>
        </a:lt1>
        <a:dk2>
          <a:srgbClr val="000000"/>
        </a:dk2>
        <a:lt2>
          <a:srgbClr val="808080"/>
        </a:lt2>
        <a:accent1>
          <a:srgbClr val="99CCFF"/>
        </a:accent1>
        <a:accent2>
          <a:srgbClr val="CCCCFF"/>
        </a:accent2>
        <a:accent3>
          <a:srgbClr val="ACACDF"/>
        </a:accent3>
        <a:accent4>
          <a:srgbClr val="9C9CBF"/>
        </a:accent4>
        <a:accent5>
          <a:srgbClr val="7C7C9F"/>
        </a:accent5>
        <a:accent6>
          <a:srgbClr val="5C5C7F"/>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Presentation 5">
        <a:dk1>
          <a:srgbClr val="000000"/>
        </a:dk1>
        <a:lt1>
          <a:srgbClr val="DEF6F1"/>
        </a:lt1>
        <a:dk2>
          <a:srgbClr val="000000"/>
        </a:dk2>
        <a:lt2>
          <a:srgbClr val="969696"/>
        </a:lt2>
        <a:accent1>
          <a:srgbClr val="FFFFFF"/>
        </a:accent1>
        <a:accent2>
          <a:srgbClr val="8DC6FF"/>
        </a:accent2>
        <a:accent3>
          <a:srgbClr val="6DA6DF"/>
        </a:accent3>
        <a:accent4>
          <a:srgbClr val="4D86BF"/>
        </a:accent4>
        <a:accent5>
          <a:srgbClr val="2D669F"/>
        </a:accent5>
        <a:accent6>
          <a:srgbClr val="0D467F"/>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Presentation 6">
        <a:dk1>
          <a:srgbClr val="000000"/>
        </a:dk1>
        <a:lt1>
          <a:srgbClr val="FFFFD9"/>
        </a:lt1>
        <a:dk2>
          <a:srgbClr val="000000"/>
        </a:dk2>
        <a:lt2>
          <a:srgbClr val="777777"/>
        </a:lt2>
        <a:accent1>
          <a:srgbClr val="FFFFF7"/>
        </a:accent1>
        <a:accent2>
          <a:srgbClr val="33CCCC"/>
        </a:accent2>
        <a:accent3>
          <a:srgbClr val="53ACAC"/>
        </a:accent3>
        <a:accent4>
          <a:srgbClr val="738C8C"/>
        </a:accent4>
        <a:accent5>
          <a:srgbClr val="936C6C"/>
        </a:accent5>
        <a:accent6>
          <a:srgbClr val="B34C4C"/>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Presentation 7">
        <a:dk1>
          <a:srgbClr val="FFFFFF"/>
        </a:dk1>
        <a:lt1>
          <a:srgbClr val="800000"/>
        </a:lt1>
        <a:dk2>
          <a:srgbClr val="DFD293"/>
        </a:dk2>
        <a:lt2>
          <a:srgbClr val="5C1F00"/>
        </a:lt2>
        <a:accent1>
          <a:srgbClr val="CC3300"/>
        </a:accent1>
        <a:accent2>
          <a:srgbClr val="BE7960"/>
        </a:accent2>
        <a:accent3>
          <a:srgbClr val="9E9980"/>
        </a:accent3>
        <a:accent4>
          <a:srgbClr val="7EB9A0"/>
        </a:accent4>
        <a:accent5>
          <a:srgbClr val="5EC9C0"/>
        </a:accent5>
        <a:accent6>
          <a:srgbClr val="3EE9E0"/>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Presentation 8">
        <a:dk1>
          <a:srgbClr val="FFFFFF"/>
        </a:dk1>
        <a:lt1>
          <a:srgbClr val="000099"/>
        </a:lt1>
        <a:dk2>
          <a:srgbClr val="CCFFFF"/>
        </a:dk2>
        <a:lt2>
          <a:srgbClr val="003366"/>
        </a:lt2>
        <a:accent1>
          <a:srgbClr val="3366CC"/>
        </a:accent1>
        <a:accent2>
          <a:srgbClr val="00B000"/>
        </a:accent2>
        <a:accent3>
          <a:srgbClr val="209020"/>
        </a:accent3>
        <a:accent4>
          <a:srgbClr val="407040"/>
        </a:accent4>
        <a:accent5>
          <a:srgbClr val="605060"/>
        </a:accent5>
        <a:accent6>
          <a:srgbClr val="80308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Presentation 9">
        <a:dk1>
          <a:srgbClr val="FFFFFF"/>
        </a:dk1>
        <a:lt1>
          <a:srgbClr val="000000"/>
        </a:lt1>
        <a:dk2>
          <a:srgbClr val="E3EBF1"/>
        </a:dk2>
        <a:lt2>
          <a:srgbClr val="336699"/>
        </a:lt2>
        <a:accent1>
          <a:srgbClr val="003399"/>
        </a:accent1>
        <a:accent2>
          <a:srgbClr val="468A4B"/>
        </a:accent2>
        <a:accent3>
          <a:srgbClr val="666A6B"/>
        </a:accent3>
        <a:accent4>
          <a:srgbClr val="864A8B"/>
        </a:accent4>
        <a:accent5>
          <a:srgbClr val="A62AAB"/>
        </a:accent5>
        <a:accent6>
          <a:srgbClr val="C60ACB"/>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Presentation 10">
        <a:dk1>
          <a:srgbClr val="FFFFFF"/>
        </a:dk1>
        <a:lt1>
          <a:srgbClr val="686B5D"/>
        </a:lt1>
        <a:dk2>
          <a:srgbClr val="D1D1CB"/>
        </a:dk2>
        <a:lt2>
          <a:srgbClr val="777777"/>
        </a:lt2>
        <a:accent1>
          <a:srgbClr val="909082"/>
        </a:accent1>
        <a:accent2>
          <a:srgbClr val="809EA8"/>
        </a:accent2>
        <a:accent3>
          <a:srgbClr val="A07E88"/>
        </a:accent3>
        <a:accent4>
          <a:srgbClr val="C05E68"/>
        </a:accent4>
        <a:accent5>
          <a:srgbClr val="E03E48"/>
        </a:accent5>
        <a:accent6>
          <a:srgbClr val="FF1E28"/>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Presentation 11">
        <a:dk1>
          <a:srgbClr val="FFFFFF"/>
        </a:dk1>
        <a:lt1>
          <a:srgbClr val="666699"/>
        </a:lt1>
        <a:dk2>
          <a:srgbClr val="FFFFFF"/>
        </a:dk2>
        <a:lt2>
          <a:srgbClr val="3E3E5C"/>
        </a:lt2>
        <a:accent1>
          <a:srgbClr val="60597B"/>
        </a:accent1>
        <a:accent2>
          <a:srgbClr val="6666FF"/>
        </a:accent2>
        <a:accent3>
          <a:srgbClr val="8686DF"/>
        </a:accent3>
        <a:accent4>
          <a:srgbClr val="A6A6BF"/>
        </a:accent4>
        <a:accent5>
          <a:srgbClr val="C6C69F"/>
        </a:accent5>
        <a:accent6>
          <a:srgbClr val="E6E67F"/>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Presentation 12">
        <a:dk1>
          <a:srgbClr val="FFFFFF"/>
        </a:dk1>
        <a:lt1>
          <a:srgbClr val="523E26"/>
        </a:lt1>
        <a:dk2>
          <a:srgbClr val="DFC08D"/>
        </a:dk2>
        <a:lt2>
          <a:srgbClr val="2D2015"/>
        </a:lt2>
        <a:accent1>
          <a:srgbClr val="8C7B70"/>
        </a:accent1>
        <a:accent2>
          <a:srgbClr val="8F5F2F"/>
        </a:accent2>
        <a:accent3>
          <a:srgbClr val="8F7F4F"/>
        </a:accent3>
        <a:accent4>
          <a:srgbClr val="6F9F6F"/>
        </a:accent4>
        <a:accent5>
          <a:srgbClr val="4FBF8F"/>
        </a:accent5>
        <a:accent6>
          <a:srgbClr val="2FDFAF"/>
        </a:accent6>
        <a:hlink>
          <a:srgbClr val="CCB400"/>
        </a:hlink>
        <a:folHlink>
          <a:srgbClr val="8C9EA0"/>
        </a:folHlink>
      </a:clrScheme>
      <a:clrMap bg1="lt1" tx1="dk1" bg2="lt2" tx2="dk2" accent1="accent1" accent2="accent2" accent3="accent3" accent4="accent4" accent5="accent5" accent6="accent6" hlink="hlink" folHlink="folHlink"/>
    </a:extraClrScheme>
    <a:extraClrScheme>
      <a:clrScheme name="Presentation 13">
        <a:dk1>
          <a:srgbClr val="FFFFFF"/>
        </a:dk1>
        <a:lt1>
          <a:srgbClr val="008080"/>
        </a:lt1>
        <a:dk2>
          <a:srgbClr val="FFFF99"/>
        </a:dk2>
        <a:lt2>
          <a:srgbClr val="005A58"/>
        </a:lt2>
        <a:accent1>
          <a:srgbClr val="006462"/>
        </a:accent1>
        <a:accent2>
          <a:srgbClr val="6D6FC7"/>
        </a:accent2>
        <a:accent3>
          <a:srgbClr val="6D8FA7"/>
        </a:accent3>
        <a:accent4>
          <a:srgbClr val="8DAF87"/>
        </a:accent4>
        <a:accent5>
          <a:srgbClr val="ADCF67"/>
        </a:accent5>
        <a:accent6>
          <a:srgbClr val="CDEF47"/>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Presentation 14">
        <a:dk1>
          <a:srgbClr val="FFFFFF"/>
        </a:dk1>
        <a:lt1>
          <a:srgbClr val="008080"/>
        </a:lt1>
        <a:dk2>
          <a:srgbClr val="FFFF99"/>
        </a:dk2>
        <a:lt2>
          <a:srgbClr val="005A58"/>
        </a:lt2>
        <a:accent1>
          <a:srgbClr val="006462"/>
        </a:accent1>
        <a:accent2>
          <a:srgbClr val="6D6FC7"/>
        </a:accent2>
        <a:accent3>
          <a:srgbClr val="6D8FA7"/>
        </a:accent3>
        <a:accent4>
          <a:srgbClr val="8DAF87"/>
        </a:accent4>
        <a:accent5>
          <a:srgbClr val="ADCF67"/>
        </a:accent5>
        <a:accent6>
          <a:srgbClr val="CDEF47"/>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Presentation 15">
        <a:dk1>
          <a:srgbClr val="FFFFFF"/>
        </a:dk1>
        <a:lt1>
          <a:srgbClr val="008080"/>
        </a:lt1>
        <a:dk2>
          <a:srgbClr val="FFFF99"/>
        </a:dk2>
        <a:lt2>
          <a:srgbClr val="005A58"/>
        </a:lt2>
        <a:accent1>
          <a:srgbClr val="006462"/>
        </a:accent1>
        <a:accent2>
          <a:srgbClr val="6D6FC7"/>
        </a:accent2>
        <a:accent3>
          <a:srgbClr val="6D8FA7"/>
        </a:accent3>
        <a:accent4>
          <a:srgbClr val="8DAF87"/>
        </a:accent4>
        <a:accent5>
          <a:srgbClr val="ADCF67"/>
        </a:accent5>
        <a:accent6>
          <a:srgbClr val="CDEF47"/>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Presentation 16">
        <a:dk1>
          <a:srgbClr val="000000"/>
        </a:dk1>
        <a:lt1>
          <a:srgbClr val="FFFFFF"/>
        </a:lt1>
        <a:dk2>
          <a:srgbClr val="000000"/>
        </a:dk2>
        <a:lt2>
          <a:srgbClr val="808080"/>
        </a:lt2>
        <a:accent1>
          <a:srgbClr val="BBE0E3"/>
        </a:accent1>
        <a:accent2>
          <a:srgbClr val="333399"/>
        </a:accent2>
        <a:accent3>
          <a:srgbClr val="535379"/>
        </a:accent3>
        <a:accent4>
          <a:srgbClr val="737359"/>
        </a:accent4>
        <a:accent5>
          <a:srgbClr val="939339"/>
        </a:accent5>
        <a:accent6>
          <a:srgbClr val="B3B319"/>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braddev</cp:lastModifiedBy>
  <cp:revision>0</cp:revision>
  <dcterms:created xsi:type="dcterms:W3CDTF">2025-07-26T13:04:10Z</dcterms:created>
  <dcterms:modified xsi:type="dcterms:W3CDTF">2025-07-27T18:51:14Z</dcterms:modified>
</cp:coreProperties>
</file>