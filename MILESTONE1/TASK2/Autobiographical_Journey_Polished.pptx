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Autobiographical Journey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From Nyeri County to Technology &amp; Innovation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Early Life – Nyeri County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Born in the early 2000s during Kenya’s political transition</a:t>
            </a:r>
          </a:p>
          <a:p>
            <a:pPr lvl="1"/>
            <a:r>
              <a:t>Raised in the tea-growing highlands of Nyeri</a:t>
            </a:r>
          </a:p>
          <a:p>
            <a:pPr lvl="1"/>
            <a:r>
              <a:t>Nature, hills, and community shaped character</a:t>
            </a:r>
          </a:p>
          <a:p>
            <a:pPr lvl="1"/>
            <a:r>
              <a:t>Curiosity and discipline formed early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Family &amp; Childhood Foundations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Learned responsibility through daily duties</a:t>
            </a:r>
          </a:p>
          <a:p>
            <a:pPr lvl="1"/>
            <a:r>
              <a:t>Strong values of respect and community</a:t>
            </a:r>
          </a:p>
          <a:p>
            <a:pPr lvl="1"/>
            <a:r>
              <a:t>Balanced play, discipline, and learning</a:t>
            </a:r>
          </a:p>
          <a:p>
            <a:pPr lvl="1"/>
            <a:r>
              <a:t>Resilience shaped by rural upbringing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Primary School Years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Developed strong study habits and discipline</a:t>
            </a:r>
          </a:p>
          <a:p>
            <a:pPr lvl="1"/>
            <a:r>
              <a:t>Active participation in academic and co-curricular activities</a:t>
            </a:r>
          </a:p>
          <a:p>
            <a:pPr lvl="1"/>
            <a:r>
              <a:t>Built foundation in teamwork and leadership</a:t>
            </a:r>
          </a:p>
          <a:p>
            <a:pPr lvl="1"/>
            <a:r>
              <a:t>Cultivated love for learning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Secondary School 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Joined a historic national school environment</a:t>
            </a:r>
          </a:p>
          <a:p>
            <a:pPr lvl="1"/>
            <a:r>
              <a:t>Adapted to competitive academic atmosphere</a:t>
            </a:r>
          </a:p>
          <a:p>
            <a:pPr lvl="1"/>
            <a:r>
              <a:t>Strengthened independence and resilience</a:t>
            </a:r>
          </a:p>
          <a:p>
            <a:pPr lvl="1"/>
            <a:r>
              <a:t>Refined leadership and collaboration skills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Identity &amp; Personal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Boarding life accelerated maturity</a:t>
            </a:r>
          </a:p>
          <a:p>
            <a:pPr lvl="1"/>
            <a:r>
              <a:t>Developed self-awareness and responsibility</a:t>
            </a:r>
          </a:p>
          <a:p>
            <a:pPr lvl="1"/>
            <a:r>
              <a:t>Built meaningful friendships and networks</a:t>
            </a:r>
          </a:p>
          <a:p>
            <a:pPr lvl="1"/>
            <a:r>
              <a:t>Balanced academics, leadership, and personal growth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Transition to University Life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Joined Dedan Kimathi University of Technology (DeKUT)</a:t>
            </a:r>
          </a:p>
          <a:p>
            <a:pPr lvl="1"/>
            <a:r>
              <a:t>Shifted to independent, self-driven learning</a:t>
            </a:r>
          </a:p>
          <a:p>
            <a:pPr lvl="1"/>
            <a:r>
              <a:t>Exposure to innovation and engineering culture</a:t>
            </a:r>
          </a:p>
          <a:p>
            <a:pPr lvl="1"/>
            <a:r>
              <a:t>Beginning of professional identity development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Adapting to University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Navigated rigorous coursework</a:t>
            </a:r>
          </a:p>
          <a:p>
            <a:pPr lvl="1"/>
            <a:r>
              <a:t>Strengthened time management and discipline</a:t>
            </a:r>
          </a:p>
          <a:p>
            <a:pPr lvl="1"/>
            <a:r>
              <a:t>Engaged in collaborative learning</a:t>
            </a:r>
          </a:p>
          <a:p>
            <a:pPr lvl="1"/>
            <a:r>
              <a:t>Built resilience and confidence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Discovering Software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Developed passion for programming</a:t>
            </a:r>
          </a:p>
          <a:p>
            <a:pPr lvl="1"/>
            <a:r>
              <a:t>Explored web and mobile development</a:t>
            </a:r>
          </a:p>
          <a:p>
            <a:pPr lvl="1"/>
            <a:r>
              <a:t>Built early functional systems and applications</a:t>
            </a:r>
          </a:p>
          <a:p>
            <a:pPr lvl="1"/>
            <a:r>
              <a:t>Embraced coding as a problem-solving tool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Growth &amp; Exploration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Worked with programming languages and frameworks</a:t>
            </a:r>
          </a:p>
          <a:p>
            <a:pPr lvl="1"/>
            <a:r>
              <a:t>Applied version control and collaborative tools</a:t>
            </a:r>
          </a:p>
          <a:p>
            <a:pPr lvl="1"/>
            <a:r>
              <a:t>Explored system design and databases</a:t>
            </a:r>
          </a:p>
          <a:p>
            <a:pPr lvl="1"/>
            <a:r>
              <a:t>Experimented with emerging technologies like 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Innovation &amp; Project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Designed practical software systems</a:t>
            </a:r>
          </a:p>
          <a:p>
            <a:pPr lvl="1"/>
            <a:r>
              <a:t>Participated in collaborative development projects</a:t>
            </a:r>
          </a:p>
          <a:p>
            <a:pPr lvl="1"/>
            <a:r>
              <a:t>Engaged in hackathons and workshops</a:t>
            </a:r>
          </a:p>
          <a:p>
            <a:pPr lvl="1"/>
            <a:r>
              <a:t>Focused on real-world problem solving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Leadership &amp; Mentorship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Coordinated group projects and team efforts</a:t>
            </a:r>
          </a:p>
          <a:p>
            <a:pPr lvl="1"/>
            <a:r>
              <a:t>Guided peers in academic and technical work</a:t>
            </a:r>
          </a:p>
          <a:p>
            <a:pPr lvl="1"/>
            <a:r>
              <a:t>Participated in tech communities</a:t>
            </a:r>
          </a:p>
          <a:p>
            <a:pPr lvl="1"/>
            <a:r>
              <a:t>Built professional and academic networks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Entrepreneurial &amp; Strategic Thinking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technology gaps in business and education</a:t>
            </a:r>
          </a:p>
          <a:p>
            <a:pPr lvl="1"/>
            <a:r>
              <a:t>Conceptualized scalable digital solutions</a:t>
            </a:r>
          </a:p>
          <a:p>
            <a:pPr lvl="1"/>
            <a:r>
              <a:t>Focused on innovation with social impact</a:t>
            </a:r>
          </a:p>
          <a:p>
            <a:pPr lvl="1"/>
            <a:r>
              <a:t>Built foundations for future tech initiatives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 &amp; Future Direction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Commitment to mastering emerging technologies</a:t>
            </a:r>
          </a:p>
          <a:p>
            <a:pPr lvl="1"/>
            <a:r>
              <a:t>Aspiration to lead impactful tech initiatives</a:t>
            </a:r>
          </a:p>
          <a:p>
            <a:pPr lvl="1"/>
            <a:r>
              <a:t>Dedication to mentorship and knowledge sharing</a:t>
            </a:r>
          </a:p>
          <a:p>
            <a:pPr lvl="1"/>
            <a:r>
              <a:t>Focus on creating systems that improve lives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Personal Philosophy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Discipline precedes achievement</a:t>
            </a:r>
          </a:p>
          <a:p>
            <a:pPr lvl="1"/>
            <a:r>
              <a:t>Curiosity fuels continuous growth</a:t>
            </a:r>
          </a:p>
          <a:p>
            <a:pPr lvl="1"/>
            <a:r>
              <a:t>Impact transcends individual success</a:t>
            </a:r>
          </a:p>
          <a:p>
            <a:pPr lvl="1"/>
            <a:r>
              <a:t>Vision guides consistent action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Journey from rural beginnings to innovation spaces</a:t>
            </a:r>
          </a:p>
          <a:p>
            <a:pPr lvl="1"/>
            <a:r>
              <a:t>Growth shaped by discipline and resilience</a:t>
            </a:r>
          </a:p>
          <a:p>
            <a:pPr lvl="1"/>
            <a:r>
              <a:t>Commitment to lifelong learning and leadership</a:t>
            </a:r>
          </a:p>
          <a:p>
            <a:pPr lvl="1"/>
            <a:r>
              <a:t>The journey continues…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