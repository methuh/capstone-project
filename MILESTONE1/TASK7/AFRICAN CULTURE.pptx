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webp" ContentType="image/webp"/>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48" r:id="rId5"/>
  </p:sldMasterIdLst>
  <p:sldIdLst>
    <p:sldId id="256" r:id="rId6"/>
    <p:sldId id="263" r:id="rId7"/>
    <p:sldId id="262" r:id="rId8"/>
    <p:sldId id="261" r:id="rId9"/>
    <p:sldId id="260" r:id="rId10"/>
    <p:sldId id="259" r:id="rId11"/>
    <p:sldId id="258" r:id="rId12"/>
    <p:sldId id="257" r:id="rId13"/>
  </p:sldIdLst>
  <p:sldSz cx="12192000" cy="6858000"/>
  <p:notesSz cx="6858000" cy="12192000"/>
  <p:defaultTextStyle>
    <a:lvl1pPr marL="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53642181" val="1224" rev64="64" revOS="3"/>
      <pr:smFileRevision xmlns:pr="smNativeData" xmlns="smNativeData" dt="1753642181" val="101"/>
      <pr:guideOptions xmlns:pr="smNativeData" xmlns="smNativeData" dt="1753642181" snapToGrid="1" snapToBorders="1" snapToGuide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snapToObjects="1" showGuides="1">
      <p:cViewPr varScale="1">
        <p:scale>
          <a:sx n="59" d="100"/>
          <a:sy n="59" d="100"/>
        </p:scale>
        <p:origin x="1694" y="212"/>
      </p:cViewPr>
    </p:cSldViewPr>
  </p:slideViewPr>
  <p:outlineViewPr>
    <p:cViewPr>
      <p:scale>
        <a:sx n="33" d="100"/>
        <a:sy n="33" d="100"/>
      </p:scale>
      <p:origin x="0" y="0"/>
    </p:cViewPr>
  </p:outlineViewPr>
  <p:sorterViewPr>
    <p:cViewPr>
      <p:scale>
        <a:sx n="13" d="100"/>
        <a:sy n="13" d="100"/>
      </p:scale>
      <p:origin x="0" y="0"/>
    </p:cViewPr>
  </p:sorterViewPr>
  <p:notesViewPr>
    <p:cSldViewPr snapToObjects="1" showGuides="1">
      <p:cViewPr>
        <p:scale>
          <a:sx n="59" d="100"/>
          <a:sy n="59" d="100"/>
        </p:scale>
        <p:origin x="1694" y="212"/>
      </p:cViewPr>
    </p:cSldViewPr>
  </p:notesViewPr>
  <p:gridSpacing cx="73477120" cy="7347712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s>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
  <p:cSld name="Title slide">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UAABoNAABgRQAAJhYAABAAAAAmAAAACAAAAAEAAAAAAAAA"/>
              </a:ext>
            </a:extLst>
          </p:cNvSpPr>
          <p:nvPr>
            <p:ph type="ctrTitle"/>
          </p:nvPr>
        </p:nvSpPr>
        <p:spPr>
          <a:xfrm>
            <a:off x="914400" y="2129790"/>
            <a:ext cx="10363200" cy="1470660"/>
          </a:xfrm>
        </p:spPr>
        <p:txBody>
          <a:bodyPr/>
          <a:lstStyle/>
          <a:p>
            <a:pPr/>
            <a:r>
              <a:t>Click to edit Master title style</a:t>
            </a:r>
          </a:p>
        </p:txBody>
      </p:sp>
      <p:sp>
        <p:nvSpPr>
          <p:cNvPr id="3" name="SlideSubtitle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QAsAAOgXAADAPwAAsCIAABAAAAAmAAAACAAAAAGAAAAAAAAA"/>
              </a:ext>
            </a:extLst>
          </p:cNvSpPr>
          <p:nvPr>
            <p:ph type="subTitle" idx="1"/>
          </p:nvPr>
        </p:nvSpPr>
        <p:spPr>
          <a:xfrm>
            <a:off x="1828800" y="3886200"/>
            <a:ext cx="85344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a:r>
              <a:t>Click to edit Master subtitle style</a:t>
            </a:r>
          </a:p>
        </p:txBody>
      </p:sp>
      <p:sp>
        <p:nvSpPr>
          <p:cNvPr id="4"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6171449F-D18C-24B2-C2C9-27E70A873472}" type="datetime1">
              <a:t/>
            </a:fld>
          </a:p>
        </p:txBody>
      </p:sp>
      <p:sp>
        <p:nvSpPr>
          <p:cNvPr id="5"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51FECEC0-8EBC-AB38-F246-786D8008042D}" type="slidenum">
              <a:t/>
            </a:fld>
          </a:p>
        </p:txBody>
      </p:sp>
    </p:spTree>
  </p:cSld>
  <p:clrMapOvr>
    <a:masterClrMapping/>
  </p:clrMapOvr>
  <p:hf hdr="0" ftr="0"/>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x">
  <p:cSld name="Title and conten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AAAAAAAAAAA"/>
              </a:ext>
            </a:extLst>
          </p:cNvSpPr>
          <p:nvPr>
            <p:ph idx="1"/>
          </p:nvPr>
        </p:nvSpPr>
        <p:spPr/>
        <p:txBody>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17A5BDDF-91FA-F04B-B41D-671EF3534232}" type="datetime1">
              <a:t/>
            </a:fld>
          </a:p>
        </p:txBody>
      </p:sp>
      <p:sp>
        <p:nvSpPr>
          <p:cNvPr id="5"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6A903345-0B87-C5C5-C928-FD907D663FA8}" type="slidenum">
              <a:t/>
            </a:fld>
          </a:p>
        </p:txBody>
      </p:sp>
    </p:spTree>
  </p:cSld>
  <p:clrMapOvr>
    <a:masterClrMapping/>
  </p:clrMapOvr>
  <p:hf hdr="0" ftr="0"/>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secHead">
  <p:cSld name="Section header">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BwbAACtRQAAfSMAABAAAAAmAAAACAAAAIGAAAAAAAAA"/>
              </a:ext>
            </a:extLst>
          </p:cNvSpPr>
          <p:nvPr>
            <p:ph type="title"/>
          </p:nvPr>
        </p:nvSpPr>
        <p:spPr>
          <a:xfrm>
            <a:off x="963295" y="4406900"/>
            <a:ext cx="10363200" cy="1362075"/>
          </a:xfrm>
        </p:spPr>
        <p:txBody>
          <a:bodyPr vert="horz" wrap="square" numCol="1" spcCol="215900" anchor="t">
            <a:prstTxWarp prst="textNoShape">
              <a:avLst/>
            </a:prstTxWarp>
          </a:bodyPr>
          <a:lstStyle>
            <a:lvl1pPr algn="l">
              <a:defRPr sz="4000" b="1" cap="all"/>
            </a:lvl1pPr>
          </a:lstStyle>
          <a:p>
            <a:pPr/>
            <a:r>
              <a:t>Click to edit Master title style</a:t>
            </a:r>
          </a:p>
        </p:txBody>
      </p:sp>
      <p:sp>
        <p:nvSpPr>
          <p:cNvPr id="3" name="SlideText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OERAACtRQAAHBsAABAAAAAmAAAACAAAAIGAAAAAAAAA"/>
              </a:ext>
            </a:extLst>
          </p:cNvSpPr>
          <p:nvPr>
            <p:ph idx="1"/>
          </p:nvPr>
        </p:nvSpPr>
        <p:spPr>
          <a:xfrm>
            <a:off x="963295" y="2906395"/>
            <a:ext cx="10363200" cy="1500505"/>
          </a:xfrm>
        </p:spPr>
        <p:txBody>
          <a:bodyPr vert="horz" wrap="square" numCol="1" spcCol="215900" anchor="b">
            <a:prstTxWarp prst="textNoShape">
              <a:avLst/>
            </a:prstTxWarp>
          </a:bodyPr>
          <a:lstStyle>
            <a:lvl1pPr marL="0" indent="0">
              <a:buNone/>
              <a:defRPr sz="2000" cap="none"/>
            </a:lvl1pPr>
            <a:lvl2pPr marL="457200" indent="0">
              <a:buNone/>
              <a:defRPr sz="1800" cap="none"/>
            </a:lvl2pPr>
            <a:lvl3pPr marL="914400" indent="0">
              <a:buNone/>
              <a:defRPr sz="1600" cap="none"/>
            </a:lvl3pPr>
            <a:lvl4pPr marL="1371600" indent="0">
              <a:buNone/>
              <a:defRPr sz="1400" cap="none"/>
            </a:lvl4pPr>
            <a:lvl5pPr marL="1828800" indent="0">
              <a:buNone/>
              <a:defRPr sz="1400" cap="none"/>
            </a:lvl5pPr>
            <a:lvl6pPr marL="2286000" indent="0">
              <a:buNone/>
              <a:defRPr sz="1400" cap="none"/>
            </a:lvl6pPr>
            <a:lvl7pPr marL="2743200" indent="0">
              <a:buNone/>
              <a:defRPr sz="1400" cap="none"/>
            </a:lvl7pPr>
            <a:lvl8pPr marL="3200400" indent="0">
              <a:buNone/>
              <a:defRPr sz="1400" cap="none"/>
            </a:lvl8pPr>
            <a:lvl9pPr marL="3657600" indent="0">
              <a:buNone/>
              <a:defRPr sz="1400" cap="none"/>
            </a:lvl9pPr>
          </a:lstStyle>
          <a:p>
            <a:pPr/>
            <a:r>
              <a:t>Click to edit Master text styles</a:t>
            </a:r>
          </a:p>
        </p:txBody>
      </p:sp>
      <p:sp>
        <p:nvSpPr>
          <p:cNvPr id="4"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20C4302F-61CD-91C6-837C-97937E3275C2}" type="datetime1">
              <a:t/>
            </a:fld>
          </a:p>
        </p:txBody>
      </p:sp>
      <p:sp>
        <p:nvSpPr>
          <p:cNvPr id="5"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54BF950C-42B9-EA63-F707-B436DB4901E1}" type="slidenum">
              <a:t/>
            </a:fld>
          </a:p>
        </p:txBody>
      </p:sp>
    </p:spTree>
  </p:cSld>
  <p:clrMapOvr>
    <a:masterClrMapping/>
  </p:clrMapOvr>
  <p:hf hdr="0" ftr="0"/>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ColTx">
  <p:cSld name="Title and two contents">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DhJAAAsCUAABAAAAAmAAAACAAAAAGAAAAAAAAA"/>
              </a:ext>
            </a:extLst>
          </p:cNvSpPr>
          <p:nvPr>
            <p:ph idx="1"/>
          </p:nvPr>
        </p:nvSpPr>
        <p:spPr>
          <a:xfrm>
            <a:off x="609600" y="1600200"/>
            <a:ext cx="5385435" cy="4526280"/>
          </a:xfrm>
        </p:spPr>
        <p:txBody>
          <a:bodyPr/>
          <a:lstStyle>
            <a:lvl1pPr>
              <a:defRPr sz="2800" cap="none"/>
            </a:lvl1pPr>
            <a:lvl2pPr>
              <a:defRPr sz="2400" cap="none"/>
            </a:lvl2pPr>
            <a:lvl3pPr>
              <a:defRPr sz="2000" cap="none"/>
            </a:lvl3pPr>
            <a:lvl4pPr>
              <a:defRPr sz="1800" cap="none"/>
            </a:lvl4pPr>
            <a:lvl5pPr>
              <a:defRPr sz="1800" cap="none"/>
            </a:lvl5pPr>
            <a:lvl6pPr>
              <a:defRPr sz="1800" cap="none"/>
            </a:lvl6pPr>
            <a:lvl7pPr>
              <a:defRPr sz="1800" cap="none"/>
            </a:lvl7pPr>
            <a:lvl8pPr>
              <a:defRPr sz="1800" cap="none"/>
            </a:lvl8pPr>
            <a:lvl9pPr>
              <a:defRPr sz="1800" cap="none"/>
            </a:lvl9pPr>
          </a:lstStyle>
          <a:p>
            <a:pPr/>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yYAANgJAABARwAAsCUAABAAAAAmAAAACAAAAAGAAAAAAAAA"/>
              </a:ext>
            </a:extLst>
          </p:cNvSpPr>
          <p:nvPr>
            <p:ph idx="2"/>
          </p:nvPr>
        </p:nvSpPr>
        <p:spPr>
          <a:xfrm>
            <a:off x="6196965" y="1600200"/>
            <a:ext cx="5385435" cy="4526280"/>
          </a:xfrm>
        </p:spPr>
        <p:txBody>
          <a:bodyPr/>
          <a:lstStyle>
            <a:lvl1pPr>
              <a:defRPr sz="2800" cap="none"/>
            </a:lvl1pPr>
            <a:lvl2pPr>
              <a:defRPr sz="2400" cap="none"/>
            </a:lvl2pPr>
            <a:lvl3pPr>
              <a:defRPr sz="2000" cap="none"/>
            </a:lvl3pPr>
            <a:lvl4pPr>
              <a:defRPr sz="1800" cap="none"/>
            </a:lvl4pPr>
            <a:lvl5pPr>
              <a:defRPr sz="1800" cap="none"/>
            </a:lvl5pPr>
            <a:lvl6pPr>
              <a:defRPr sz="1800" cap="none"/>
            </a:lvl6pPr>
            <a:lvl7pPr>
              <a:defRPr sz="1800" cap="none"/>
            </a:lvl7pPr>
            <a:lvl8pPr>
              <a:defRPr sz="1800" cap="none"/>
            </a:lvl8pPr>
            <a:lvl9pPr>
              <a:defRPr sz="1800" cap="none"/>
            </a:lvl9pPr>
          </a:lstStyle>
          <a:p>
            <a:pPr/>
            <a:r>
              <a:t>Click to edit Master text styles</a:t>
            </a:r>
          </a:p>
          <a:p>
            <a:pPr lvl="1"/>
            <a:r>
              <a:t>Second level</a:t>
            </a:r>
          </a:p>
          <a:p>
            <a:pPr lvl="2"/>
            <a:r>
              <a:t>Third level</a:t>
            </a:r>
          </a:p>
          <a:p>
            <a:pPr lvl="3"/>
            <a:r>
              <a:t>Fourth level</a:t>
            </a:r>
          </a:p>
          <a:p>
            <a:pPr lvl="4"/>
            <a:r>
              <a:t>Fifth level</a:t>
            </a:r>
          </a:p>
        </p:txBody>
      </p:sp>
      <p:sp>
        <p:nvSpPr>
          <p:cNvPr id="5"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62A50C3A-748F-F0FA-C11D-82AF425337D7}" type="datetime1">
              <a:t/>
            </a:fld>
          </a:p>
        </p:txBody>
      </p:sp>
      <p:sp>
        <p:nvSpPr>
          <p:cNvPr id="6"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7"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7B7C0FA6-E896-29F9-D8C4-1EAC418A2E4B}" type="slidenum">
              <a:t/>
            </a:fld>
          </a:p>
        </p:txBody>
      </p:sp>
    </p:spTree>
  </p:cSld>
  <p:clrMapOvr>
    <a:masterClrMapping/>
  </p:clrMapOvr>
  <p:hf hdr="0" ftr="0"/>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TxTwoObj">
  <p:cSld name="Comparis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3"/>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HEJAADjJAAAYQ0AABAAAAAmAAAACAAAAIGAAAAAAAAA"/>
              </a:ext>
            </a:extLst>
          </p:cNvSpPr>
          <p:nvPr>
            <p:ph idx="1"/>
          </p:nvPr>
        </p:nvSpPr>
        <p:spPr>
          <a:xfrm>
            <a:off x="609600" y="1534795"/>
            <a:ext cx="5386705" cy="640080"/>
          </a:xfrm>
        </p:spPr>
        <p:txBody>
          <a:bodyPr vert="horz" wrap="square" numCol="1" spcCol="215900"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r>
              <a:t>Click to edit Master text styles</a:t>
            </a:r>
          </a:p>
        </p:txBody>
      </p:sp>
      <p:sp>
        <p:nvSpPr>
          <p:cNvPr id="4"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GENAADjJAAAsCUAABAAAAAmAAAACAAAAAGAAAAAAAAA"/>
              </a:ext>
            </a:extLst>
          </p:cNvSpPr>
          <p:nvPr>
            <p:ph idx="2"/>
          </p:nvPr>
        </p:nvSpPr>
        <p:spPr>
          <a:xfrm>
            <a:off x="609600" y="2174875"/>
            <a:ext cx="5386705" cy="3951605"/>
          </a:xfrm>
        </p:spPr>
        <p:txBody>
          <a:bodyPr/>
          <a:lstStyle>
            <a:lvl1pPr>
              <a:defRPr sz="2400" cap="none"/>
            </a:lvl1pPr>
            <a:lvl2pPr>
              <a:defRPr sz="2000" cap="none"/>
            </a:lvl2pPr>
            <a:lvl3pPr>
              <a:defRPr sz="1800" cap="none"/>
            </a:lvl3pPr>
            <a:lvl4pPr>
              <a:defRPr sz="1600" cap="none"/>
            </a:lvl4pPr>
            <a:lvl5pPr>
              <a:defRPr sz="1600" cap="none"/>
            </a:lvl5pPr>
            <a:lvl6pPr>
              <a:defRPr sz="1600" cap="none"/>
            </a:lvl6pPr>
            <a:lvl7pPr>
              <a:defRPr sz="1600" cap="none"/>
            </a:lvl7pPr>
            <a:lvl8pPr>
              <a:defRPr sz="1600" cap="none"/>
            </a:lvl8pPr>
            <a:lvl9pPr>
              <a:defRPr sz="1600" cap="none"/>
            </a:lvl9pPr>
          </a:lstStyle>
          <a:p>
            <a:pPr/>
            <a:r>
              <a:t>Click to edit Master text styles</a:t>
            </a:r>
          </a:p>
          <a:p>
            <a:pPr lvl="1"/>
            <a:r>
              <a:t>Second level</a:t>
            </a:r>
          </a:p>
          <a:p>
            <a:pPr lvl="2"/>
            <a:r>
              <a:t>Third level</a:t>
            </a:r>
          </a:p>
          <a:p>
            <a:pPr lvl="3"/>
            <a:r>
              <a:t>Fourth level</a:t>
            </a:r>
          </a:p>
          <a:p>
            <a:pPr lvl="4"/>
            <a:r>
              <a:t>Fifth level</a:t>
            </a:r>
          </a:p>
        </p:txBody>
      </p:sp>
      <p:sp>
        <p:nvSpPr>
          <p:cNvPr id="5" name="SlideText2"/>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SYAAHEJAABARwAAYQ0AABAAAAAmAAAACAAAAIGAAAAAAAAA"/>
              </a:ext>
            </a:extLst>
          </p:cNvSpPr>
          <p:nvPr>
            <p:ph idx="3"/>
          </p:nvPr>
        </p:nvSpPr>
        <p:spPr>
          <a:xfrm>
            <a:off x="6195695" y="1534795"/>
            <a:ext cx="5386705" cy="640080"/>
          </a:xfrm>
        </p:spPr>
        <p:txBody>
          <a:bodyPr vert="horz" wrap="square" numCol="1" spcCol="215900"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r>
              <a:t>Click to edit Master text styles</a:t>
            </a:r>
          </a:p>
        </p:txBody>
      </p:sp>
      <p:sp>
        <p:nvSpPr>
          <p:cNvPr id="6" name="SlideText4"/>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SYAAGENAABARwAAsCUAABAAAAAmAAAACAAAAAGAAAAAAAAA"/>
              </a:ext>
            </a:extLst>
          </p:cNvSpPr>
          <p:nvPr>
            <p:ph idx="4"/>
          </p:nvPr>
        </p:nvSpPr>
        <p:spPr>
          <a:xfrm>
            <a:off x="6195695" y="2174875"/>
            <a:ext cx="5386705" cy="3951605"/>
          </a:xfrm>
        </p:spPr>
        <p:txBody>
          <a:bodyPr/>
          <a:lstStyle>
            <a:lvl1pPr>
              <a:defRPr sz="2400" cap="none"/>
            </a:lvl1pPr>
            <a:lvl2pPr>
              <a:defRPr sz="2000" cap="none"/>
            </a:lvl2pPr>
            <a:lvl3pPr>
              <a:defRPr sz="1800" cap="none"/>
            </a:lvl3pPr>
            <a:lvl4pPr>
              <a:defRPr sz="1600" cap="none"/>
            </a:lvl4pPr>
            <a:lvl5pPr>
              <a:defRPr sz="1600" cap="none"/>
            </a:lvl5pPr>
            <a:lvl6pPr>
              <a:defRPr sz="1600" cap="none"/>
            </a:lvl6pPr>
            <a:lvl7pPr>
              <a:defRPr sz="1600" cap="none"/>
            </a:lvl7pPr>
            <a:lvl8pPr>
              <a:defRPr sz="1600" cap="none"/>
            </a:lvl8pPr>
            <a:lvl9pPr>
              <a:defRPr sz="1600" cap="none"/>
            </a:lvl9pPr>
          </a:lstStyle>
          <a:p>
            <a:pPr/>
            <a:r>
              <a:t>Click to edit Master text styles</a:t>
            </a:r>
          </a:p>
          <a:p>
            <a:pPr lvl="1"/>
            <a:r>
              <a:t>Second level</a:t>
            </a:r>
          </a:p>
          <a:p>
            <a:pPr lvl="2"/>
            <a:r>
              <a:t>Third level</a:t>
            </a:r>
          </a:p>
          <a:p>
            <a:pPr lvl="3"/>
            <a:r>
              <a:t>Fourth level</a:t>
            </a:r>
          </a:p>
          <a:p>
            <a:pPr lvl="4"/>
            <a:r>
              <a:t>Fifth level</a:t>
            </a:r>
          </a:p>
        </p:txBody>
      </p:sp>
      <p:sp>
        <p:nvSpPr>
          <p:cNvPr id="7"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0B023248-06E6-57C4-A8BA-F0917CF45EA5}" type="datetime1">
              <a:t/>
            </a:fld>
          </a:p>
        </p:txBody>
      </p:sp>
      <p:sp>
        <p:nvSpPr>
          <p:cNvPr id="8"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9"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7EFBA8FB-B593-AE5E-DD43-430BE60D2B16}" type="slidenum">
              <a:t/>
            </a:fld>
          </a:p>
        </p:txBody>
      </p:sp>
    </p:spTree>
  </p:cSld>
  <p:clrMapOvr>
    <a:masterClrMapping/>
  </p:clrMapOvr>
  <p:hf hdr="0" ftr="0"/>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Only">
  <p:cSld name="Title only">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181A6436-78F5-4F92-BBA2-8EC72AEC4DDB}" type="datetime1">
              <a:t/>
            </a:fld>
          </a:p>
        </p:txBody>
      </p:sp>
      <p:sp>
        <p:nvSpPr>
          <p:cNvPr id="4"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5"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46C9986B-25AB-9C6E-E571-D33BD63F1386}" type="slidenum">
              <a:t/>
            </a:fld>
          </a:p>
        </p:txBody>
      </p:sp>
    </p:spTree>
  </p:cSld>
  <p:clrMapOvr>
    <a:masterClrMapping/>
  </p:clrMapOvr>
  <p:hf hdr="0" ftr="0"/>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Blank">
    <p:spTree>
      <p:nvGrpSpPr>
        <p:cNvPr id="1" name=""/>
        <p:cNvGrpSpPr/>
        <p:nvPr/>
      </p:nvGrpSpPr>
      <p:grpSpPr>
        <a:xfrm>
          <a:off x="0" y="0"/>
          <a:ext cx="0" cy="0"/>
          <a:chOff x="0" y="0"/>
          <a:chExt cx="0" cy="0"/>
        </a:xfrm>
      </p:grpSpPr>
      <p:sp>
        <p:nvSpPr>
          <p:cNvPr id="2"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28E57080-CEC5-B086-8B5D-38D33E137D6D}" type="datetime1">
              <a:t/>
            </a:fld>
          </a:p>
        </p:txBody>
      </p:sp>
      <p:sp>
        <p:nvSpPr>
          <p:cNvPr id="3"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4"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26F4FEE6-A8CB-A108-854C-5E5DB002730B}" type="slidenum">
              <a:t/>
            </a:fld>
          </a:p>
        </p:txBody>
      </p:sp>
    </p:spTree>
  </p:cSld>
  <p:clrMapOvr>
    <a:masterClrMapping/>
  </p:clrMapOvr>
  <p:hf hdr="0" ftr="0"/>
</p:sldLayout>
</file>

<file path=ppt/slideLayouts/slideLayout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Tx">
  <p:cSld name="Content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IGAAAAAAAAA"/>
              </a:ext>
            </a:extLst>
          </p:cNvSpPr>
          <p:nvPr>
            <p:ph type="title"/>
          </p:nvPr>
        </p:nvSpPr>
        <p:spPr>
          <a:xfrm>
            <a:off x="609600" y="273050"/>
            <a:ext cx="4011295" cy="1162050"/>
          </a:xfrm>
        </p:spPr>
        <p:txBody>
          <a:bodyPr vert="horz" wrap="square" numCol="1" spcCol="215900" anchor="b">
            <a:prstTxWarp prst="textNoShape">
              <a:avLst/>
            </a:prstTxWarp>
          </a:bodyPr>
          <a:lstStyle>
            <a:lvl1pPr algn="l">
              <a:defRPr sz="2000" b="1" cap="none"/>
            </a:lvl1pPr>
          </a:lstStyle>
          <a:p>
            <a:pPr/>
            <a:r>
              <a:t>Click to edit Master title style</a:t>
            </a:r>
          </a:p>
        </p:txBody>
      </p:sp>
      <p:sp>
        <p:nvSpPr>
          <p:cNvPr id="3"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BAAAAAmAAAACAAAAAGAAAAAAAAA"/>
              </a:ext>
            </a:extLst>
          </p:cNvSpPr>
          <p:nvPr>
            <p:ph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GAAAAAAAAA"/>
              </a:ext>
            </a:extLst>
          </p:cNvSpPr>
          <p:nvPr>
            <p:ph idx="2"/>
          </p:nvPr>
        </p:nvSpPr>
        <p:spPr>
          <a:xfrm>
            <a:off x="609600" y="1435100"/>
            <a:ext cx="4011295" cy="4691380"/>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r>
              <a:t>Click to edit Master text styles</a:t>
            </a:r>
          </a:p>
        </p:txBody>
      </p:sp>
      <p:sp>
        <p:nvSpPr>
          <p:cNvPr id="5"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4E5796DD-93A3-0260-EDEF-6535D8A11B30}" type="datetime1">
              <a:t/>
            </a:fld>
          </a:p>
        </p:txBody>
      </p:sp>
      <p:sp>
        <p:nvSpPr>
          <p:cNvPr id="6"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NwY0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7"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47058CC6-88AA-507A-E4BD-7E2FC2F3122B}" type="slidenum">
              <a:t/>
            </a:fld>
          </a:p>
        </p:txBody>
      </p:sp>
    </p:spTree>
  </p:cSld>
  <p:clrMapOvr>
    <a:masterClrMapping/>
  </p:clrMapOvr>
  <p:hf hdr="0" ftr="0"/>
</p:sldLayout>
</file>

<file path=ppt/slideLayouts/slideLayout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picTx">
  <p:cSld name="Picture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IgdAACzOwAABCEAABAAAAAmAAAACAAAAIGAAAAAAAAA"/>
              </a:ext>
            </a:extLst>
          </p:cNvSpPr>
          <p:nvPr>
            <p:ph type="title"/>
          </p:nvPr>
        </p:nvSpPr>
        <p:spPr>
          <a:xfrm>
            <a:off x="2389505" y="4800600"/>
            <a:ext cx="7315200" cy="566420"/>
          </a:xfrm>
        </p:spPr>
        <p:txBody>
          <a:bodyPr vert="horz" wrap="square" numCol="1" spcCol="215900" anchor="b">
            <a:prstTxWarp prst="textNoShape">
              <a:avLst/>
            </a:prstTxWarp>
          </a:bodyPr>
          <a:lstStyle>
            <a:lvl1pPr algn="l">
              <a:defRPr sz="2000" b="1" cap="none"/>
            </a:lvl1pPr>
          </a:lstStyle>
          <a:p>
            <a:pPr/>
            <a:r>
              <a:t>Click to edit Master title style</a:t>
            </a:r>
          </a:p>
        </p:txBody>
      </p:sp>
      <p:sp>
        <p:nvSpPr>
          <p:cNvPr id="3"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MYDAACzOwAAFh0AABAAAAAmAAAACAAAAAGAAAAAAAAA"/>
              </a:ext>
            </a:extLst>
          </p:cNvSpPr>
          <p:nvPr>
            <p:ph idx="1"/>
          </p:nvPr>
        </p:nvSpPr>
        <p:spPr>
          <a:xfrm>
            <a:off x="2389505" y="613410"/>
            <a:ext cx="7315200" cy="4114800"/>
          </a:xfrm>
        </p:spPr>
        <p:txBody>
          <a:bodyPr/>
          <a:lstStyle>
            <a:lvl1pPr marL="0" indent="0">
              <a:buNone/>
              <a:defRPr sz="3200" cap="none"/>
            </a:lvl1pPr>
            <a:lvl2pPr marL="457200" indent="0">
              <a:buNone/>
              <a:defRPr sz="2800" cap="none"/>
            </a:lvl2pPr>
            <a:lvl3pPr marL="914400" indent="0">
              <a:buNone/>
              <a:defRPr sz="2400" cap="none"/>
            </a:lvl3pPr>
            <a:lvl4pPr marL="1371600" indent="0">
              <a:buNone/>
              <a:defRPr sz="2000" cap="none"/>
            </a:lvl4pPr>
            <a:lvl5pPr marL="1828800" indent="0">
              <a:buNone/>
              <a:defRPr sz="2000" cap="none"/>
            </a:lvl5pPr>
            <a:lvl6pPr marL="2286000" indent="0">
              <a:buNone/>
              <a:defRPr sz="2000" cap="none"/>
            </a:lvl6pPr>
            <a:lvl7pPr marL="2743200" indent="0">
              <a:buNone/>
              <a:defRPr sz="2000" cap="none"/>
            </a:lvl7pPr>
            <a:lvl8pPr marL="3200400" indent="0">
              <a:buNone/>
              <a:defRPr sz="2000" cap="none"/>
            </a:lvl8pPr>
            <a:lvl9pPr marL="3657600" indent="0">
              <a:buNone/>
              <a:defRPr sz="2000" cap="none"/>
            </a:lvl9pPr>
          </a:lstStyle>
          <a:p>
            <a:pPr/>
            <a:r>
              <a:t>Click to edit Master text styles</a:t>
            </a:r>
          </a:p>
        </p:txBody>
      </p:sp>
      <p:sp>
        <p:nvSpPr>
          <p:cNvPr id="4"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AQhAACzOwAA+CUAABAAAAAmAAAACAAAAAGAAAAAAAAA"/>
              </a:ext>
            </a:extLst>
          </p:cNvSpPr>
          <p:nvPr>
            <p:ph idx="2"/>
          </p:nvPr>
        </p:nvSpPr>
        <p:spPr>
          <a:xfrm>
            <a:off x="2389505" y="5367020"/>
            <a:ext cx="7315200" cy="805180"/>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r>
              <a:t>Click to edit Master text styles</a:t>
            </a:r>
          </a:p>
        </p:txBody>
      </p:sp>
      <p:sp>
        <p:nvSpPr>
          <p:cNvPr id="5"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6BE73E10-5E86-B2C8-C85F-A89D70113EFD}" type="datetime1">
              <a:t/>
            </a:fld>
          </a:p>
        </p:txBody>
      </p:sp>
      <p:sp>
        <p:nvSpPr>
          <p:cNvPr id="6"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7"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3172ABCB-85DC-275D-92CA-7308E5846426}" type="slidenum">
              <a:t/>
            </a:fld>
          </a:p>
        </p:txBody>
      </p:sp>
    </p:spTree>
  </p:cSld>
  <p:clrMapOvr>
    <a:masterClrMapping/>
  </p:clrMapOvr>
  <p:hf hdr="0" ftr="0"/>
</p:sldLayout>
</file>

<file path=ppt/slideLayouts/slideLayout10.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x">
  <p:cSld name="Title and vertical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G49Ij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1"/>
          <p:cNvSpPr>
            <a:spLocks noGrp="1" noChangeArrowheads="1"/>
            <a:extLst>
              <a:ext uri="smNativeData">
                <pr:smNativeData xmlns:pr="smNativeData" xmlns="smNativeData" val="SMDATA_15_xXSGaBMAAAAlAAAAZAAAAA8BAAAAkAAAAEgAAACQAAAASAAAAAAAAAAAAAAAAQ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AIAAAAAAAAA"/>
              </a:ext>
            </a:extLst>
          </p:cNvSpPr>
          <p:nvPr>
            <p:ph idx="1"/>
          </p:nvPr>
        </p:nvSpPr>
        <p:spPr/>
        <p:txBody>
          <a:bodyPr vert="vert" wrap="square" numCol="1" spcCol="215900" anchor="t">
            <a:prstTxWarp prst="textNoShape">
              <a:avLst/>
            </a:prstTxWarp>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63B3B498-D68E-E642-C00B-2017FA453675}" type="datetime1">
              <a:t/>
            </a:fld>
          </a:p>
        </p:txBody>
      </p:sp>
      <p:sp>
        <p:nvSpPr>
          <p:cNvPr id="5"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GE6c3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1A9C687B-35F7-C99E-B924-C3CB266A4F96}" type="slidenum">
              <a:t/>
            </a:fld>
          </a:p>
        </p:txBody>
      </p:sp>
    </p:spTree>
  </p:cSld>
  <p:clrMapOvr>
    <a:masterClrMapping/>
  </p:clrMapOvr>
  <p:hf hdr="0" ftr="0"/>
</p:sldLayout>
</file>

<file path=ppt/slideLayouts/slideLayout1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itleAndTx">
  <p:cSld name="Vertical title and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Q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DYAALABAABARwAAsCUAABAAAAAmAAAACAAAAIMAAAAAAAAA"/>
              </a:ext>
            </a:extLst>
          </p:cNvSpPr>
          <p:nvPr>
            <p:ph type="title"/>
          </p:nvPr>
        </p:nvSpPr>
        <p:spPr>
          <a:xfrm>
            <a:off x="8839200" y="274320"/>
            <a:ext cx="2743200" cy="5852160"/>
          </a:xfrm>
        </p:spPr>
        <p:txBody>
          <a:bodyPr vert="vert" wrap="square" numCol="1" spcCol="215900" anchor="b">
            <a:prstTxWarp prst="textNoShape">
              <a:avLst/>
            </a:prstTxWarp>
          </a:bodyPr>
          <a:lstStyle/>
          <a:p>
            <a:pPr/>
            <a:r>
              <a:t>Click to edit Master title style</a:t>
            </a:r>
          </a:p>
        </p:txBody>
      </p:sp>
      <p:sp>
        <p:nvSpPr>
          <p:cNvPr id="3" name="SlideText1"/>
          <p:cNvSpPr>
            <a:spLocks noGrp="1" noChangeArrowheads="1"/>
            <a:extLst>
              <a:ext uri="smNativeData">
                <pr:smNativeData xmlns:pr="smNativeData" xmlns="smNativeData" val="SMDATA_15_xXSGaBMAAAAlAAAAZAAAAA8BAAAAkAAAAEgAAACQAAAASAAAAAAAAAAAAAAAAQ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AfNQAAsCUAABAAAAAmAAAACAAAAAMAAAAAAAAA"/>
              </a:ext>
            </a:extLst>
          </p:cNvSpPr>
          <p:nvPr>
            <p:ph idx="1"/>
          </p:nvPr>
        </p:nvSpPr>
        <p:spPr>
          <a:xfrm>
            <a:off x="609600" y="274320"/>
            <a:ext cx="8025765" cy="5852160"/>
          </a:xfrm>
        </p:spPr>
        <p:txBody>
          <a:bodyPr vert="vert" wrap="square" numCol="1" spcCol="215900" anchor="t">
            <a:prstTxWarp prst="textNoShape">
              <a:avLst/>
            </a:prstTxWarp>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01E453CB-85EC-B1A5-A25C-73F01D125426}" type="datetime1">
              <a:t/>
            </a:fld>
          </a:p>
        </p:txBody>
      </p:sp>
      <p:sp>
        <p:nvSpPr>
          <p:cNvPr id="5"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53FF8050-1EBE-AA76-F047-E823CE0906BD}" type="slidenum">
              <a:t/>
            </a:fld>
          </a:p>
        </p:txBody>
      </p:sp>
    </p:spTree>
  </p:cSld>
  <p:clrMapOvr>
    <a:masterClrMapping/>
  </p:clrMapOvr>
  <p:hf hdr="0" ftr="0"/>
</p:sldLayout>
</file>

<file path=ppt/slideMasters/_rels/slideMaster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name="Default design">
    <p:bg>
      <p:bgPr>
        <a:solidFill>
          <a:schemeClr val="bg1"/>
        </a:solidFill>
        <a:effectLst/>
      </p:bgPr>
    </p:bg>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P//////////"/>
              </a:ext>
            </a:extLst>
          </p:cNvSpPr>
          <p:nvPr>
            <p:ph type="title"/>
          </p:nvPr>
        </p:nvSpPr>
        <p:spPr>
          <a:xfrm>
            <a:off x="609600" y="274320"/>
            <a:ext cx="10972800" cy="1143000"/>
          </a:xfrm>
          <a:prstGeom prst="rect">
            <a:avLst/>
          </a:prstGeom>
          <a:noFill/>
          <a:ln>
            <a:noFill/>
          </a:ln>
          <a:effectLst/>
        </p:spPr>
        <p:txBody>
          <a:bodyPr vert="horz" wrap="square" numCol="1" spcCol="215900" anchor="ctr">
            <a:prstTxWarp prst="textNoShape">
              <a:avLst/>
            </a:prstTxWarp>
          </a:bodyPr>
          <a:lstStyle/>
          <a:p>
            <a:pPr/>
            <a:r>
              <a:t>Click to edit Master title style</a:t>
            </a:r>
          </a:p>
        </p:txBody>
      </p:sp>
      <p:sp>
        <p:nvSpPr>
          <p:cNvPr id="3"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P//////////"/>
              </a:ext>
            </a:extLst>
          </p:cNvSpPr>
          <p:nvPr>
            <p:ph type="body" idx="1"/>
          </p:nvPr>
        </p:nvSpPr>
        <p:spPr>
          <a:xfrm>
            <a:off x="609600" y="1600200"/>
            <a:ext cx="10972800" cy="4526280"/>
          </a:xfrm>
          <a:prstGeom prst="rect">
            <a:avLst/>
          </a:prstGeom>
          <a:noFill/>
          <a:ln>
            <a:noFill/>
          </a:ln>
          <a:effectLst/>
        </p:spPr>
        <p:txBody>
          <a:bodyPr vert="horz" wrap="square" numCol="1" spcCol="215900" anchor="t">
            <a:prstTxWarp prst="textNoShape">
              <a:avLst/>
            </a:prstTxWarp>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P//////////"/>
              </a:ext>
            </a:extLst>
          </p:cNvSpPr>
          <p:nvPr>
            <p:ph type="dt" sz="quarter" idx="2"/>
          </p:nvPr>
        </p:nvSpPr>
        <p:spPr>
          <a:xfrm>
            <a:off x="609600" y="6356985"/>
            <a:ext cx="2844165" cy="364490"/>
          </a:xfrm>
          <a:prstGeom prst="rect">
            <a:avLst/>
          </a:prstGeom>
          <a:noFill/>
          <a:ln>
            <a:noFill/>
          </a:ln>
          <a:effectLst/>
        </p:spPr>
        <p:txBody>
          <a:bodyPr vert="horz" wrap="square" numCol="1" spcCol="215900" anchor="ctr">
            <a:prstTxWarp prst="textNoShape">
              <a:avLst/>
            </a:prstTxWarp>
          </a:bodyPr>
          <a:lstStyle>
            <a:lvl1pPr algn="l">
              <a:defRPr sz="1200" cap="none"/>
            </a:lvl1pPr>
          </a:lstStyle>
          <a:p>
            <a:pPr/>
            <a:fld id="{228919B5-FBCF-DCEF-8131-0DBA577F7758}" type="datetime1">
              <a:t/>
            </a:fld>
          </a:p>
        </p:txBody>
      </p:sp>
      <p:sp>
        <p:nvSpPr>
          <p:cNvPr id="5" name="Foot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P//////////"/>
              </a:ext>
            </a:extLst>
          </p:cNvSpPr>
          <p:nvPr>
            <p:ph type="ftr" sz="quarter" idx="3"/>
          </p:nvPr>
        </p:nvSpPr>
        <p:spPr>
          <a:xfrm>
            <a:off x="4166235" y="6356985"/>
            <a:ext cx="3859530" cy="364490"/>
          </a:xfrm>
          <a:prstGeom prst="rect">
            <a:avLst/>
          </a:prstGeom>
          <a:noFill/>
          <a:ln>
            <a:noFill/>
          </a:ln>
          <a:effectLst/>
        </p:spPr>
        <p:txBody>
          <a:bodyPr vert="horz" wrap="square" numCol="1" spcCol="215900" anchor="ctr">
            <a:prstTxWarp prst="textNoShape">
              <a:avLst/>
            </a:prstTxWarp>
          </a:bodyPr>
          <a:lstStyle>
            <a:lvl1pPr algn="ctr">
              <a:defRPr sz="1200" cap="none"/>
            </a:lvl1pPr>
          </a:lstStyle>
          <a:p>
            <a:pPr/>
          </a:p>
        </p:txBody>
      </p:sp>
      <p:sp>
        <p:nvSpPr>
          <p:cNvPr id="6" name="SlideNumberArea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P//////////"/>
              </a:ext>
            </a:extLst>
          </p:cNvSpPr>
          <p:nvPr>
            <p:ph type="sldNum" sz="quarter" idx="4"/>
          </p:nvPr>
        </p:nvSpPr>
        <p:spPr>
          <a:xfrm>
            <a:off x="8738235" y="6356985"/>
            <a:ext cx="2844165" cy="364490"/>
          </a:xfrm>
          <a:prstGeom prst="rect">
            <a:avLst/>
          </a:prstGeom>
          <a:noFill/>
          <a:ln>
            <a:noFill/>
          </a:ln>
          <a:effectLst/>
        </p:spPr>
        <p:txBody>
          <a:bodyPr vert="horz" wrap="square" numCol="1" spcCol="215900" anchor="ctr">
            <a:prstTxWarp prst="textNoShape">
              <a:avLst/>
            </a:prstTxWarp>
          </a:bodyPr>
          <a:lstStyle>
            <a:lvl1pPr algn="r">
              <a:defRPr sz="1200" cap="none"/>
            </a:lvl1pPr>
          </a:lstStyle>
          <a:p>
            <a:pPr/>
            <a:fld id="{205909C7-89CD-0CFF-83E1-7FAA47AF752A}" type="slidenum">
              <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marR="0" indent="0" algn="ctr" defTabSz="457200">
        <a:lnSpc>
          <a:spcPct val="100000"/>
        </a:lnSpc>
        <a:spcBef>
          <a:spcPts val="0"/>
        </a:spcBef>
        <a:spcAft>
          <a:spcPts val="0"/>
        </a:spcAft>
        <a:buNone/>
        <a:tabLst/>
        <a:defRPr sz="4400" b="0" i="0" u="none" strike="noStrike" kern="1" cap="none" spc="0" baseline="0">
          <a:solidFill>
            <a:schemeClr val="tx2"/>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titleStyle>
    <p:bodyStyle>
      <a:lvl1pPr marL="342900" marR="0" indent="-342900" algn="l" defTabSz="457200">
        <a:lnSpc>
          <a:spcPct val="100000"/>
        </a:lnSpc>
        <a:spcBef>
          <a:spcPts val="0"/>
        </a:spcBef>
        <a:spcAft>
          <a:spcPts val="0"/>
        </a:spcAft>
        <a:buClrTx/>
        <a:buSzTx/>
        <a:buFontTx/>
        <a:buChar char="•"/>
        <a:tabLst/>
        <a:defRPr sz="3200" b="0" i="0" u="none" strike="noStrike" kern="1" cap="none" spc="0" baseline="0">
          <a:solidFill>
            <a:schemeClr val="tx1"/>
          </a:solidFill>
          <a:effectLst/>
          <a:latin typeface="Calibri" pitchFamily="2" charset="0"/>
          <a:ea typeface="SimSun" pitchFamily="0" charset="0"/>
          <a:cs typeface="Times New Roman" pitchFamily="1" charset="0"/>
        </a:defRPr>
      </a:lvl1pPr>
      <a:lvl2pPr marL="742950" marR="0" indent="-285750" algn="l" defTabSz="457200">
        <a:lnSpc>
          <a:spcPct val="100000"/>
        </a:lnSpc>
        <a:spcBef>
          <a:spcPts val="0"/>
        </a:spcBef>
        <a:spcAft>
          <a:spcPts val="0"/>
        </a:spcAft>
        <a:buClrTx/>
        <a:buSzTx/>
        <a:buFontTx/>
        <a:buChar char="–"/>
        <a:tabLst/>
        <a:defRPr sz="2800" b="0" i="0" u="none" strike="noStrike" kern="1" cap="none" spc="0" baseline="0">
          <a:solidFill>
            <a:schemeClr val="tx1"/>
          </a:solidFill>
          <a:effectLst/>
          <a:latin typeface="Calibri" pitchFamily="2" charset="0"/>
          <a:ea typeface="SimSun" pitchFamily="0" charset="0"/>
          <a:cs typeface="Times New Roman" pitchFamily="1" charset="0"/>
        </a:defRPr>
      </a:lvl2pPr>
      <a:lvl3pPr marL="1143000" marR="0" indent="-228600" algn="l" defTabSz="457200">
        <a:lnSpc>
          <a:spcPct val="100000"/>
        </a:lnSpc>
        <a:spcBef>
          <a:spcPts val="0"/>
        </a:spcBef>
        <a:spcAft>
          <a:spcPts val="0"/>
        </a:spcAft>
        <a:buClrTx/>
        <a:buSzTx/>
        <a:buFontTx/>
        <a:buChar char="•"/>
        <a:tabLst/>
        <a:defRPr sz="2400" b="0" i="0" u="none" strike="noStrike" kern="1" cap="none" spc="0" baseline="0">
          <a:solidFill>
            <a:schemeClr val="tx1"/>
          </a:solidFill>
          <a:effectLst/>
          <a:latin typeface="Calibri" pitchFamily="2" charset="0"/>
          <a:ea typeface="SimSun" pitchFamily="0" charset="0"/>
          <a:cs typeface="Times New Roman" pitchFamily="1" charset="0"/>
        </a:defRPr>
      </a:lvl3pPr>
      <a:lvl4pPr marL="16002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4pPr>
      <a:lvl5pPr marL="20574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5pPr>
      <a:lvl6pPr marL="25146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6pPr>
      <a:lvl7pPr marL="29718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7pPr>
      <a:lvl8pPr marL="34290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8pPr>
      <a:lvl9pPr marL="38862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9pPr>
    </p:bodyStyle>
    <p:otherStyle>
      <a:lvl1pPr marL="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UAABoNAABgRQAAJhYAABAAAAAmAAAACAAAAAAAAAAAAAAA"/>
              </a:ext>
            </a:extLst>
          </p:cNvSpPr>
          <p:nvPr>
            <p:ph type="ctrTitle"/>
          </p:nvPr>
        </p:nvSpPr>
        <p:spPr/>
        <p:txBody>
          <a:bodyPr/>
          <a:lstStyle/>
          <a:p>
            <a:pPr>
              <a:defRPr cap="none">
                <a:latin typeface="Arial" pitchFamily="2" charset="0"/>
                <a:ea typeface="Arial" pitchFamily="2" charset="0"/>
                <a:cs typeface="Arial" pitchFamily="2" charset="0"/>
              </a:defRPr>
            </a:pPr>
            <a:r>
              <a:t>AFRICAN CULTURE</a:t>
            </a:r>
          </a:p>
        </p:txBody>
      </p:sp>
      <p:sp>
        <p:nvSpPr>
          <p:cNvPr id="3" name="SlideSubtitle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QAsAAOgXAADAPwAAsCIAABAAAAAmAAAACAAAAAAAAAAAAAAA"/>
              </a:ext>
            </a:extLst>
          </p:cNvSpPr>
          <p:nvPr>
            <p:ph type="subTitle" idx="1"/>
          </p:nvPr>
        </p:nvSpPr>
        <p:spPr/>
        <p:txBody>
          <a:bodyPr/>
          <a:lstStyle/>
          <a:p>
            <a:pPr marL="0" marR="0" indent="0" algn="ctr" defTabSz="449580">
              <a:lnSpc>
                <a:spcPct val="100000"/>
              </a:lnSpc>
              <a:spcBef>
                <a:spcPts val="0"/>
              </a:spcBef>
              <a:spcAft>
                <a:spcPts val="0"/>
              </a:spcAft>
              <a:buNone/>
              <a:tabLst/>
              <a:defRPr cap="none">
                <a:latin typeface="Arial" pitchFamily="2" charset="0"/>
                <a:ea typeface="Arial" pitchFamily="2" charset="0"/>
                <a:cs typeface="Arial" pitchFamily="2" charset="0"/>
              </a:defRPr>
            </a:pPr>
            <a:r>
              <a:t>UBUNTU: THE HEARTBEAT OF AFRICAN COMMUNITY AND GENDER HARMONY</a:t>
            </a: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INTRODUCTION</a:t>
            </a:r>
          </a:p>
        </p:txBody>
      </p:sp>
      <p:sp>
        <p:nvSpPr>
          <p:cNvPr id="3"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E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Ubuntu, at its core, embodies the principle of “I am because we are.” This profound philosophy highlights the interconnectedness of humanity, promoting values such as kindness, empathy, and a shared sense of identity that gives individual lives meaning through community. It teaches that no one exists in isolation, and our well-being is inherently tied to the well-being of others. Ubuntu calls for compassion and mutual support as foundational to living a meaningful life, placing collective humanity above personal gain.</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The universality of Ubuntu is evident across diverse African cultures, each expressing this foundational value through unique yet resonant terms such as “Harambee” in Kenya and “Botho” in Botswana and South Africa. While the names and customs may differ, the underlying belief in unity, togetherness, and empathy remains constant. This shared philosophy deeply influences community cohesion, shaping social interactions, joint celebrations, and collective responses to challenges. Through Ubuntu, trust and cooperation become the pillars that sustain strong, resilient communities across the continent.</a:t>
            </a:r>
          </a:p>
        </p:txBody>
      </p:sp>
      <p:sp>
        <p:nvSpPr>
          <p:cNvPr id="4"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FontTx/>
              <a:buAutoNum type="arabicPeriod"/>
              <a:defRPr sz="1600" cap="none">
                <a:latin typeface="Arial" pitchFamily="2" charset="0"/>
                <a:ea typeface="Arial" pitchFamily="2" charset="0"/>
                <a:cs typeface="Arial" pitchFamily="2" charset="0"/>
              </a:defRPr>
            </a:pPr>
            <a:r>
              <a:t>Foundational value of Ubuntu in African Society</a:t>
            </a:r>
          </a:p>
          <a:p>
            <a:pPr>
              <a:lnSpc>
                <a:spcPct val="150000"/>
              </a:lnSpc>
              <a:buFontTx/>
              <a:buAutoNum type="arabicPeriod"/>
              <a:defRPr sz="1600" cap="none">
                <a:latin typeface="Arial" pitchFamily="2" charset="0"/>
                <a:ea typeface="Arial" pitchFamily="2" charset="0"/>
                <a:cs typeface="Arial" pitchFamily="2" charset="0"/>
              </a:defRPr>
            </a:pPr>
            <a:r>
              <a:t>Universality of Ubuntu across diverse african cultures  and its influence on community cohesions</a:t>
            </a:r>
          </a:p>
        </p:txBody>
      </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UNDERSTANDING UBUNTU</a:t>
            </a:r>
          </a:p>
        </p:txBody>
      </p:sp>
      <p:sp>
        <p:nvSpPr>
          <p:cNvPr id="3"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Ubuntu is fundamentally captured by the phrase, "I am because we are." This simple yet profound expression reveals a deeply rooted African understanding of human existence. It emphasizes that an individual's identity, well-being, and sense of fulfillment are intrinsically connected to their relationships with others. Rather than existing in isolation, our joys, challenges, and aspirations are intertwined with those of our families, neighbors, and broader communities, reflecting the interconnectedness that shapes everyday life.</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Historically, Ubuntu’s origins trace back to ancient African societies where community survival depended on cooperation, shared labor, and mutual respect. In these societies, thriving communities were built on the principle that each person cared deeply for the welfare of others, whether through joint farming, collective homestead building, or supporting one another during important life events and hardships. Helping others was more than a kindness—it was both a duty and an honor, reinforcing bonds that transcended individualism. This enduring spirit manifests across the continent in various forms: Kenya’s "Harambee," which means “all pull together,” motivates communal efforts in education and social support, while in Southern Africa, "Botho" in Botswana and South Africa embodies compassion, respect, and humanity. Leaders like Nelson Mandela famously invoked Ubuntu to promote healing and unity after conflict, underscoring that uplifting others enriches everyone. Today, Ubuntu continues to live on in daily acts of solidarity and evolves with modern contexts—from rural villages to urban neighborhoods and digital communities—perpetuating its timeless message of collective humanity.</a:t>
            </a:r>
          </a:p>
        </p:txBody>
      </p:sp>
      <p:sp>
        <p:nvSpPr>
          <p:cNvPr id="4"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FontTx/>
              <a:buAutoNum type="arabicPeriod"/>
              <a:defRPr sz="1600" cap="none">
                <a:latin typeface="Arial" pitchFamily="2" charset="0"/>
                <a:ea typeface="Arial" pitchFamily="2" charset="0"/>
                <a:cs typeface="Arial" pitchFamily="2" charset="0"/>
              </a:defRPr>
            </a:pPr>
            <a:r>
              <a:t>Definition of Ubuntu</a:t>
            </a:r>
          </a:p>
          <a:p>
            <a:pPr>
              <a:lnSpc>
                <a:spcPct val="150000"/>
              </a:lnSpc>
              <a:buFontTx/>
              <a:buAutoNum type="arabicPeriod"/>
              <a:defRPr sz="1600" cap="none">
                <a:latin typeface="Arial" pitchFamily="2" charset="0"/>
                <a:ea typeface="Arial" pitchFamily="2" charset="0"/>
                <a:cs typeface="Arial" pitchFamily="2" charset="0"/>
              </a:defRPr>
            </a:pPr>
            <a:r>
              <a:t>Historical roots and expressions of Ubuntu in various african countries</a:t>
            </a:r>
          </a:p>
        </p:txBody>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IMPORTANCE OF UBUNTU IN MODERN AFRICAN LIFE</a:t>
            </a:r>
          </a:p>
        </p:txBody>
      </p:sp>
      <p:sp>
        <p:nvSpPr>
          <p:cNvPr id="3"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KBZOz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Ubuntu continues to play a crucial role in shaping social life across Africa, emphasizing a profound sense of community support, empathy, and mutual assistance. In today’s rapidly changing world, these values are more essential than ever. Ubuntu promotes the idea that individual success is intertwined with the well-being of the entire community, teaching that when one person flourishes, everyone benefits, and when someone faces difficulties, the responsibility to help is shared collectively. This ethos of shared humanity fosters empathy, encouraging people to understand others’ experiences and respond with kindness and compassion. Moreover, Ubuntu strengthens community resilience by inspiring neighbors to come together during times of hardship—such as droughts, illnesses, or economic struggles—creating informal support systems grounded in trust and reciprocal care that often surpass formal institutional aid.</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Practical examples of Ubuntu are found across diverse African settings, illustrating how this philosophy translates into real-life cooperation and progress. For instance, communal farming is a widespread practice where community members collectively work on each other’s land and share the harvest to ensure that no family goes hungry. This cooperation not only promotes food security but also reinforces social ties. Similarly, initiatives like Harambee in Kenya exemplify Ubuntu by mobilizing communities to collectively fund and build infrastructure such as schools, clinics, and water wells—projects too big for any one individual to achieve alone. Beyond rural areas, Ubuntu thrives in urban and digital spaces through networks of friendship, mentorship, and social activism. Various community groups, youth organizations, and online platforms embody the spirit of Ubuntu by sharing knowledge, resources, and support. Ultimately, Ubuntu today remains a vibrant, lived expression of solidarity and cooperation, reminding us that true progress arises from uplifting one another and building connected, compassionate communities prepared to face challenges together.</a:t>
            </a:r>
          </a:p>
        </p:txBody>
      </p:sp>
      <p:sp>
        <p:nvSpPr>
          <p:cNvPr id="4"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FontTx/>
              <a:buAutoNum type="arabicPeriod"/>
              <a:defRPr sz="1600" cap="none">
                <a:latin typeface="Arial" pitchFamily="2" charset="0"/>
                <a:ea typeface="Arial" pitchFamily="2" charset="0"/>
                <a:cs typeface="Arial" pitchFamily="2" charset="0"/>
              </a:defRPr>
            </a:pPr>
            <a:r>
              <a:t>Social impact of Ubuntu</a:t>
            </a:r>
          </a:p>
          <a:p>
            <a:pPr>
              <a:lnSpc>
                <a:spcPct val="150000"/>
              </a:lnSpc>
              <a:buFontTx/>
              <a:buAutoNum type="arabicPeriod"/>
              <a:defRPr sz="1600" cap="none">
                <a:latin typeface="Arial" pitchFamily="2" charset="0"/>
                <a:ea typeface="Arial" pitchFamily="2" charset="0"/>
                <a:cs typeface="Arial" pitchFamily="2" charset="0"/>
              </a:defRPr>
            </a:pPr>
            <a:r>
              <a:t>Practical examples of Ubuntu</a:t>
            </a:r>
          </a:p>
        </p:txBody>
      </p:sp>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KBZOz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GENDER ROLES IN TRADITIONAL AFRICAN CULTURES</a:t>
            </a:r>
          </a:p>
        </p:txBody>
      </p:sp>
      <p:sp>
        <p:nvSpPr>
          <p:cNvPr id="3"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In traditional African societies, gender roles were distinctly outlined and intricately woven into the social and economic structures of the community. These roles established clear expectations for men and women, influencing family dynamics, social duties, and leadership positions in ways that supported the survival and unity of the society. Men were commonly regarded as the primary leaders, providers, and protectors, fulfilling roles such as warriors, hunters, herders, and heads of households. Beyond their families, men actively engaged in community governance, conflict resolution, and defense. Their authority was often legitimized by cultural norms, ceremonies, and religious traditions. Meanwhile, women played crucial roles focused on the home and communal welfare, handling child-rearing, household management, and daily domestic tasks. They were also vital contributors to agriculture, food preparation, local trade, and artisan crafts, as well as fostering social cohesion by nurturing relationships within and outside the family. These gender roles formed a complementary system where both men’s and women’s contributions were deeply respected and essential for the well-being and continuity of the community.</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While these traditional gender roles served important functions, their rigidity also presented notable challenges. The clearly defined expectations sometimes restricted personal freedoms and opportunities, especially for women. Cultural and social frameworks often upheld male dominance, expecting women to demonstrate obedience and subservience. In many societies, women faced limitations such as restricted access to land ownership, formal education, and political participation. These constraints contributed to gender disparities and tensions, particularly as external influences like colonialism and modernization demanded shifts in societal norms. The inflexible roles reinforced male authority, marginalized women’s voices, and justified unequal treatment, sometimes manifesting in domestic control, exclusion from leadership, and economic dependence. Nonetheless, many African communities historically embraced values of respect, reciprocity, and balance between genders—even if imperfect—offering a foundation upon which contemporary efforts seek to preserve positive traditions while challenging and reforming inequality.</a:t>
            </a:r>
          </a:p>
        </p:txBody>
      </p:sp>
      <p:sp>
        <p:nvSpPr>
          <p:cNvPr id="4"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M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FontTx/>
              <a:buAutoNum type="arabicPeriod"/>
              <a:defRPr sz="1600" cap="none">
                <a:latin typeface="Arial" pitchFamily="2" charset="0"/>
                <a:ea typeface="Arial" pitchFamily="2" charset="0"/>
                <a:cs typeface="Arial" pitchFamily="2" charset="0"/>
              </a:defRPr>
            </a:pPr>
            <a:r>
              <a:t>Traditional expectations and definition of gender roles</a:t>
            </a:r>
          </a:p>
          <a:p>
            <a:pPr>
              <a:lnSpc>
                <a:spcPct val="150000"/>
              </a:lnSpc>
              <a:buFontTx/>
              <a:buAutoNum type="arabicPeriod"/>
              <a:defRPr sz="1600" cap="none">
                <a:latin typeface="Arial" pitchFamily="2" charset="0"/>
                <a:ea typeface="Arial" pitchFamily="2" charset="0"/>
                <a:cs typeface="Arial" pitchFamily="2" charset="0"/>
              </a:defRPr>
            </a:pPr>
            <a:r>
              <a:t>Positive contributions and challenges posed by rigid gender roles</a:t>
            </a:r>
          </a:p>
        </p:txBody>
      </p:sp>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Y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THE EVOLVING PERSPECTIVE: GENDER AWARENESS &amp; EQUITY</a:t>
            </a:r>
          </a:p>
        </p:txBody>
      </p:sp>
      <p:sp>
        <p:nvSpPr>
          <p:cNvPr id="3"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Contemporary shifts in gender roles across African societies are being driven by profound developments in education, legal frameworks, and the increasing visibility of women in leadership positions. More girls and young women are gaining access to education at higher levels and entering professions traditionally dominated by men, empowering them with the skills and confidence needed to challenge outdated norms. Legal reforms in countries like Kenya, South Africa, Gabon, and Namibia have introduced protections for women's rights, including property ownership, equal pay, and protection against gender-based violence, laying the groundwork for greater female economic and political participation. Meanwhile, the rising presence of women in entrepreneurship, politics, and corporate leadership is reshaping decision-making processes and inspiring future generations. Importantly, many men are emerging as advocates for gender equality, working alongside women to dismantle stereotypes and build more inclusive societies. Family and societal expectations are also evolving, with increasing acceptance of shared responsibilities and mutual respect within households, supported by growing gender awareness.</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The importance of gender awareness extends far beyond achieving fairness—it serves as a critical catalyst for social justice and economic development. When women are empowered and included equally, economies experience faster growth, poverty levels decline, and communities become more resilient. Studies indicate that closing the gender employment gap could boost Africa’s GDP per capita by at least 14%. Societies embracing gender equality also tend to enjoy reduced conflict and stronger social cohesion. Numerous inspiring real-life examples highlight this progress: female entrepreneurs innovating in agribusiness, technology, and renewable energy—such as Rebecca Enonchong from Cameroon—are gaining global recognition for their contributions. Additionally, male champions across Ghana, Kenya, and South Africa lead efforts against gender-based violence and promote men’s engagement in caregiving and equality. These stories illustrate that while challenges persist, momentum toward gender equality across Africa is both meaningful and irreversible, signaling a future where everyone can equally contribute to and benefit from the continent’s growth.</a:t>
            </a:r>
          </a:p>
        </p:txBody>
      </p:sp>
      <p:sp>
        <p:nvSpPr>
          <p:cNvPr id="4"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K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FontTx/>
              <a:buAutoNum type="arabicPeriod"/>
              <a:defRPr sz="1600" cap="none">
                <a:latin typeface="Arial" pitchFamily="2" charset="0"/>
                <a:ea typeface="Arial" pitchFamily="2" charset="0"/>
                <a:cs typeface="Arial" pitchFamily="2" charset="0"/>
              </a:defRPr>
            </a:pPr>
            <a:r>
              <a:t>Contemporary shifts</a:t>
            </a:r>
          </a:p>
          <a:p>
            <a:pPr>
              <a:lnSpc>
                <a:spcPct val="150000"/>
              </a:lnSpc>
              <a:buFontTx/>
              <a:buAutoNum type="arabicPeriod"/>
              <a:defRPr sz="1600" cap="none">
                <a:latin typeface="Arial" pitchFamily="2" charset="0"/>
                <a:ea typeface="Arial" pitchFamily="2" charset="0"/>
                <a:cs typeface="Arial" pitchFamily="2" charset="0"/>
              </a:defRPr>
            </a:pPr>
            <a:r>
              <a:t>Importance of gender awareness</a:t>
            </a:r>
          </a:p>
          <a:p>
            <a:pPr>
              <a:lnSpc>
                <a:spcPct val="150000"/>
              </a:lnSpc>
              <a:buFontTx/>
              <a:buAutoNum type="arabicPeriod"/>
              <a:defRPr sz="1600" cap="none">
                <a:latin typeface="Arial" pitchFamily="2" charset="0"/>
                <a:ea typeface="Arial" pitchFamily="2" charset="0"/>
                <a:cs typeface="Arial" pitchFamily="2" charset="0"/>
              </a:defRPr>
            </a:pPr>
            <a:r>
              <a:t>Real-life examples</a:t>
            </a:r>
          </a:p>
        </p:txBody>
      </p:sp>
    </p:spTree>
  </p:cSld>
  <p:clrMapOvr>
    <a:masterClrMapping/>
  </p:clrMapOvr>
  <p:timing>
    <p:tnLst>
      <p:par>
        <p:cTn id="1" dur="indefinite" restart="never" nodeType="tmRoot"/>
      </p:par>
    </p:tn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UBUNTU AND GENDER</a:t>
            </a:r>
          </a:p>
        </p:txBody>
      </p:sp>
      <p:sp>
        <p:nvSpPr>
          <p:cNvPr id="3"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C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Ubuntu’s foundational belief in “I am because we are” inherently champions gender inclusion by underscoring the interconnectedness of all people, mutual respect, and collective responsibility. This philosophy encourages communities to value the well-being of every individual, understanding that the success and health of one member are tied to the prosperity of all. By fostering cooperation and unity, Ubuntu creates a space where women, men, and people of all gender identities are welcomed to contribute meaningfully, ensuring that everyone plays a vital role in the community’s shared growth and harmony.</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Despite its inclusive ideals, Ubuntu sometimes encounters friction with traditional patriarchal structures that have historically restricted women’s roles and voices. These entrenched customs may enforce strict gender roles or imbalanced power relations, which complicate efforts toward full gender equality. The tension arises because while Ubuntu promotes communal flourishing, some cultural practices shaped by history and power dynamics resist changing long-standing inequalities. To address this, many African communities are engaging in reinterpretations of Ubuntu—such as Ubuntu feminism—that emphasize justice and equality, actively challenging gender oppression. Through education, open dialogue, and community participation, these societies are reclaiming Ubuntu’s true spirit to build social cohesion grounded in genuine gender inclusion and respect.</a:t>
            </a:r>
          </a:p>
        </p:txBody>
      </p:sp>
      <p:sp>
        <p:nvSpPr>
          <p:cNvPr id="4"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E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FontTx/>
              <a:buAutoNum type="arabicPeriod"/>
              <a:defRPr sz="1600" cap="none">
                <a:latin typeface="Arial" pitchFamily="2" charset="0"/>
                <a:ea typeface="Arial" pitchFamily="2" charset="0"/>
                <a:cs typeface="Arial" pitchFamily="2" charset="0"/>
              </a:defRPr>
            </a:pPr>
            <a:r>
              <a:t>How Ubuntu’s communal ethos support gender inclusion</a:t>
            </a:r>
          </a:p>
          <a:p>
            <a:pPr>
              <a:lnSpc>
                <a:spcPct val="150000"/>
              </a:lnSpc>
              <a:buFontTx/>
              <a:buAutoNum type="arabicPeriod"/>
              <a:defRPr sz="1600" cap="none">
                <a:latin typeface="Arial" pitchFamily="2" charset="0"/>
                <a:ea typeface="Arial" pitchFamily="2" charset="0"/>
                <a:cs typeface="Arial" pitchFamily="2" charset="0"/>
              </a:defRPr>
            </a:pPr>
            <a:r>
              <a:t>Instances ofconflict between tradition and inclusion and how african commnuities address this tension</a:t>
            </a:r>
          </a:p>
        </p:txBody>
      </p:sp>
    </p:spTree>
  </p:cSld>
  <p:clrMapOvr>
    <a:masterClrMapping/>
  </p:clrMapOvr>
  <p:timing>
    <p:tnLst>
      <p:par>
        <p:cTn id="1" dur="indefinite" restart="never" nodeType="tmRoot"/>
      </p:par>
    </p:tnLst>
  </p:timing>
</p:sld>
</file>

<file path=ppt/slides/slide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xXS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B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PRESENT AND FUTURE  RELEVANCE OF UBUNTU</a:t>
            </a:r>
          </a:p>
        </p:txBody>
      </p:sp>
      <p:sp>
        <p:nvSpPr>
          <p:cNvPr id="3" name="SlideText1"/>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B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Ubuntu continues to serve as a powerful resource for addressing modern challenges by fostering conflict resolution, collective action, and embracing diversity. At its core, Ubuntu encourages dialogue, empathy, and reconciliation whenever conflicts arise—whether within families, communities, or even between nations. The philosophy underscores the importance of valuing every perspective, promoting the idea that progress depends on unity and cooperation. Across Africa, community elders often invoke Ubuntu to nurture forgiveness, rebuild trust, and heal divisions during difficult times. Furthermore, Ubuntu inspires collective effort in the face of crises such as economic hardships, health epidemics, or natural disasters, where communities come together to share resources and provide mutual support. This sense of shared responsibility extends beyond traditional settings into urban and digital spaces, where grassroots organizations and youth networks actively collaborate on public health, education, and development initiatives. By embracing diversity, Ubuntu teaches respect and belonging for all individuals regardless of gender, ethnicity, or background—forming the foundation for peaceful, innovative, and inclusive societies.</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At the same time, as Ubuntu guides communities forward, there remains a pressing need for conscious gender awareness alongside honoring tradition. While celebrating cultural values, it is essential that progress does not come at the cost of equality or dignity. Ubuntu’s promise of connection and collective advancement must benefit everyone—men, women, girls, and boys alike. Achieving this means actively challenging harmful gender stereotypes and promoting fair opportunities across all sectors. It also involves fostering relationships grounded in mutual respect, ensuring that tradition evolves in ways that support inclusivity and justice. By blending deep-rooted cultural respect with deliberate gender consciousness, African societies can uphold Ubuntu’s true spirit—building a future that is both respectful of heritage and committed to equality for all.</a:t>
            </a:r>
          </a:p>
        </p:txBody>
      </p:sp>
      <p:sp>
        <p:nvSpPr>
          <p:cNvPr id="4" name="SlideText2"/>
          <p:cNvSpPr>
            <a:spLocks noGrp="1" noChangeArrowheads="1"/>
            <a:extLst>
              <a:ext uri="smNativeData">
                <pr:smNativeData xmlns:pr="smNativeData" xmlns="smNativeData" val="SMDATA_15_xXS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FontTx/>
              <a:buAutoNum type="arabicPeriod"/>
              <a:defRPr sz="1600" cap="none">
                <a:latin typeface="Arial" pitchFamily="2" charset="0"/>
                <a:ea typeface="Arial" pitchFamily="2" charset="0"/>
                <a:cs typeface="Arial" pitchFamily="2" charset="0"/>
              </a:defRPr>
            </a:pPr>
            <a:r>
              <a:t>Ubuntu as a resource for solving modern challenges-conflic resolution,collective action, embracing diversity</a:t>
            </a:r>
          </a:p>
          <a:p>
            <a:pPr>
              <a:lnSpc>
                <a:spcPct val="150000"/>
              </a:lnSpc>
              <a:buFontTx/>
              <a:buAutoNum type="arabicPeriod"/>
              <a:defRPr sz="1600" cap="none">
                <a:latin typeface="Arial" pitchFamily="2" charset="0"/>
                <a:ea typeface="Arial" pitchFamily="2" charset="0"/>
                <a:cs typeface="Arial" pitchFamily="2" charset="0"/>
              </a:defRPr>
            </a:pPr>
            <a:r>
              <a:t>Continuous need for conscious gender awareness alongside respect for tradition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fontScheme name="Presentation">
      <a:majorFont>
        <a:latin typeface="Calibri"/>
        <a:ea typeface="SimSun"/>
        <a:cs typeface="Times New Roman"/>
      </a:majorFont>
      <a:minorFont>
        <a:latin typeface="Calibri"/>
        <a:ea typeface="SimSun"/>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000000"/>
        </a:dk2>
        <a:lt2>
          <a:srgbClr val="969696"/>
        </a:lt2>
        <a:accent1>
          <a:srgbClr val="FBDF53"/>
        </a:accent1>
        <a:accent2>
          <a:srgbClr val="FF9966"/>
        </a:accent2>
        <a:accent3>
          <a:srgbClr val="DF7986"/>
        </a:accent3>
        <a:accent4>
          <a:srgbClr val="BF59A6"/>
        </a:accent4>
        <a:accent5>
          <a:srgbClr val="9F39C6"/>
        </a:accent5>
        <a:accent6>
          <a:srgbClr val="7F19E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000000"/>
        </a:dk2>
        <a:lt2>
          <a:srgbClr val="808080"/>
        </a:lt2>
        <a:accent1>
          <a:srgbClr val="99CCFF"/>
        </a:accent1>
        <a:accent2>
          <a:srgbClr val="CCCCFF"/>
        </a:accent2>
        <a:accent3>
          <a:srgbClr val="ACACDF"/>
        </a:accent3>
        <a:accent4>
          <a:srgbClr val="9C9CBF"/>
        </a:accent4>
        <a:accent5>
          <a:srgbClr val="7C7C9F"/>
        </a:accent5>
        <a:accent6>
          <a:srgbClr val="5C5C7F"/>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DEF6F1"/>
        </a:lt1>
        <a:dk2>
          <a:srgbClr val="000000"/>
        </a:dk2>
        <a:lt2>
          <a:srgbClr val="969696"/>
        </a:lt2>
        <a:accent1>
          <a:srgbClr val="FFFFFF"/>
        </a:accent1>
        <a:accent2>
          <a:srgbClr val="8DC6FF"/>
        </a:accent2>
        <a:accent3>
          <a:srgbClr val="6DA6DF"/>
        </a:accent3>
        <a:accent4>
          <a:srgbClr val="4D86BF"/>
        </a:accent4>
        <a:accent5>
          <a:srgbClr val="2D669F"/>
        </a:accent5>
        <a:accent6>
          <a:srgbClr val="0D467F"/>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D9"/>
        </a:lt1>
        <a:dk2>
          <a:srgbClr val="000000"/>
        </a:dk2>
        <a:lt2>
          <a:srgbClr val="777777"/>
        </a:lt2>
        <a:accent1>
          <a:srgbClr val="FFFFF7"/>
        </a:accent1>
        <a:accent2>
          <a:srgbClr val="33CCCC"/>
        </a:accent2>
        <a:accent3>
          <a:srgbClr val="53ACAC"/>
        </a:accent3>
        <a:accent4>
          <a:srgbClr val="738C8C"/>
        </a:accent4>
        <a:accent5>
          <a:srgbClr val="936C6C"/>
        </a:accent5>
        <a:accent6>
          <a:srgbClr val="B34C4C"/>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 7">
        <a:dk1>
          <a:srgbClr val="FFFFFF"/>
        </a:dk1>
        <a:lt1>
          <a:srgbClr val="800000"/>
        </a:lt1>
        <a:dk2>
          <a:srgbClr val="DFD293"/>
        </a:dk2>
        <a:lt2>
          <a:srgbClr val="5C1F00"/>
        </a:lt2>
        <a:accent1>
          <a:srgbClr val="CC3300"/>
        </a:accent1>
        <a:accent2>
          <a:srgbClr val="BE7960"/>
        </a:accent2>
        <a:accent3>
          <a:srgbClr val="9E9980"/>
        </a:accent3>
        <a:accent4>
          <a:srgbClr val="7EB9A0"/>
        </a:accent4>
        <a:accent5>
          <a:srgbClr val="5EC9C0"/>
        </a:accent5>
        <a:accent6>
          <a:srgbClr val="3EE9E0"/>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Presentation 8">
        <a:dk1>
          <a:srgbClr val="FFFFFF"/>
        </a:dk1>
        <a:lt1>
          <a:srgbClr val="000099"/>
        </a:lt1>
        <a:dk2>
          <a:srgbClr val="CCFFFF"/>
        </a:dk2>
        <a:lt2>
          <a:srgbClr val="003366"/>
        </a:lt2>
        <a:accent1>
          <a:srgbClr val="3366CC"/>
        </a:accent1>
        <a:accent2>
          <a:srgbClr val="00B000"/>
        </a:accent2>
        <a:accent3>
          <a:srgbClr val="209020"/>
        </a:accent3>
        <a:accent4>
          <a:srgbClr val="407040"/>
        </a:accent4>
        <a:accent5>
          <a:srgbClr val="605060"/>
        </a:accent5>
        <a:accent6>
          <a:srgbClr val="80308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Presentation 9">
        <a:dk1>
          <a:srgbClr val="FFFFFF"/>
        </a:dk1>
        <a:lt1>
          <a:srgbClr val="000000"/>
        </a:lt1>
        <a:dk2>
          <a:srgbClr val="E3EBF1"/>
        </a:dk2>
        <a:lt2>
          <a:srgbClr val="336699"/>
        </a:lt2>
        <a:accent1>
          <a:srgbClr val="003399"/>
        </a:accent1>
        <a:accent2>
          <a:srgbClr val="468A4B"/>
        </a:accent2>
        <a:accent3>
          <a:srgbClr val="666A6B"/>
        </a:accent3>
        <a:accent4>
          <a:srgbClr val="864A8B"/>
        </a:accent4>
        <a:accent5>
          <a:srgbClr val="A62AAB"/>
        </a:accent5>
        <a:accent6>
          <a:srgbClr val="C60ACB"/>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Presentation 10">
        <a:dk1>
          <a:srgbClr val="FFFFFF"/>
        </a:dk1>
        <a:lt1>
          <a:srgbClr val="686B5D"/>
        </a:lt1>
        <a:dk2>
          <a:srgbClr val="D1D1CB"/>
        </a:dk2>
        <a:lt2>
          <a:srgbClr val="777777"/>
        </a:lt2>
        <a:accent1>
          <a:srgbClr val="909082"/>
        </a:accent1>
        <a:accent2>
          <a:srgbClr val="809EA8"/>
        </a:accent2>
        <a:accent3>
          <a:srgbClr val="A07E88"/>
        </a:accent3>
        <a:accent4>
          <a:srgbClr val="C05E68"/>
        </a:accent4>
        <a:accent5>
          <a:srgbClr val="E03E48"/>
        </a:accent5>
        <a:accent6>
          <a:srgbClr val="FF1E28"/>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Presentation 11">
        <a:dk1>
          <a:srgbClr val="FFFFFF"/>
        </a:dk1>
        <a:lt1>
          <a:srgbClr val="666699"/>
        </a:lt1>
        <a:dk2>
          <a:srgbClr val="FFFFFF"/>
        </a:dk2>
        <a:lt2>
          <a:srgbClr val="3E3E5C"/>
        </a:lt2>
        <a:accent1>
          <a:srgbClr val="60597B"/>
        </a:accent1>
        <a:accent2>
          <a:srgbClr val="6666FF"/>
        </a:accent2>
        <a:accent3>
          <a:srgbClr val="8686DF"/>
        </a:accent3>
        <a:accent4>
          <a:srgbClr val="A6A6BF"/>
        </a:accent4>
        <a:accent5>
          <a:srgbClr val="C6C69F"/>
        </a:accent5>
        <a:accent6>
          <a:srgbClr val="E6E67F"/>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Presentation 12">
        <a:dk1>
          <a:srgbClr val="FFFFFF"/>
        </a:dk1>
        <a:lt1>
          <a:srgbClr val="523E26"/>
        </a:lt1>
        <a:dk2>
          <a:srgbClr val="DFC08D"/>
        </a:dk2>
        <a:lt2>
          <a:srgbClr val="2D2015"/>
        </a:lt2>
        <a:accent1>
          <a:srgbClr val="8C7B70"/>
        </a:accent1>
        <a:accent2>
          <a:srgbClr val="8F5F2F"/>
        </a:accent2>
        <a:accent3>
          <a:srgbClr val="8F7F4F"/>
        </a:accent3>
        <a:accent4>
          <a:srgbClr val="6F9F6F"/>
        </a:accent4>
        <a:accent5>
          <a:srgbClr val="4FBF8F"/>
        </a:accent5>
        <a:accent6>
          <a:srgbClr val="2FDFAF"/>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Presentation 13">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Presentation 14">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Presentation 15">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braddev</cp:lastModifiedBy>
  <cp:revision>0</cp:revision>
  <dcterms:created xsi:type="dcterms:W3CDTF">2019-09-04T14:48:15Z</dcterms:created>
  <dcterms:modified xsi:type="dcterms:W3CDTF">2025-07-27T18:49:41Z</dcterms:modified>
</cp:coreProperties>
</file>